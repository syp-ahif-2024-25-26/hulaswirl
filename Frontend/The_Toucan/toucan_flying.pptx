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90" r:id="rId26"/>
    <p:sldId id="291" r:id="rId27"/>
    <p:sldId id="289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1516"/>
    <a:srgbClr val="2E2627"/>
    <a:srgbClr val="221C1D"/>
    <a:srgbClr val="655355"/>
    <a:srgbClr val="0F0F0F"/>
    <a:srgbClr val="F2C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72" autoAdjust="0"/>
    <p:restoredTop sz="94660"/>
  </p:normalViewPr>
  <p:slideViewPr>
    <p:cSldViewPr snapToGrid="0">
      <p:cViewPr varScale="1">
        <p:scale>
          <a:sx n="67" d="100"/>
          <a:sy n="67" d="100"/>
        </p:scale>
        <p:origin x="8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02CDD5A-DF07-07D7-39DF-179813B8B4E4}"/>
              </a:ext>
            </a:extLst>
          </p:cNvPr>
          <p:cNvGrpSpPr/>
          <p:nvPr userDrawn="1"/>
        </p:nvGrpSpPr>
        <p:grpSpPr>
          <a:xfrm>
            <a:off x="10209228" y="4298623"/>
            <a:ext cx="1982771" cy="1564462"/>
            <a:chOff x="10209228" y="4298623"/>
            <a:chExt cx="1982771" cy="156446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A4AC646-4144-384B-8B5B-5063D1D72535}"/>
                </a:ext>
              </a:extLst>
            </p:cNvPr>
            <p:cNvSpPr/>
            <p:nvPr/>
          </p:nvSpPr>
          <p:spPr>
            <a:xfrm>
              <a:off x="10209228" y="4298623"/>
              <a:ext cx="1691715" cy="1564462"/>
            </a:xfrm>
            <a:custGeom>
              <a:avLst/>
              <a:gdLst>
                <a:gd name="csX0" fmla="*/ 2259439 w 3786052"/>
                <a:gd name="csY0" fmla="*/ 109996 h 3447563"/>
                <a:gd name="csX1" fmla="*/ 2559329 w 3786052"/>
                <a:gd name="csY1" fmla="*/ 649160 h 3447563"/>
                <a:gd name="csX2" fmla="*/ 2570888 w 3786052"/>
                <a:gd name="csY2" fmla="*/ 842249 h 3447563"/>
                <a:gd name="csX3" fmla="*/ 2571685 w 3786052"/>
                <a:gd name="csY3" fmla="*/ 862280 h 3447563"/>
                <a:gd name="csX4" fmla="*/ 2571752 w 3786052"/>
                <a:gd name="csY4" fmla="*/ 896436 h 3447563"/>
                <a:gd name="csX5" fmla="*/ 2578999 w 3786052"/>
                <a:gd name="csY5" fmla="*/ 934202 h 3447563"/>
                <a:gd name="csX6" fmla="*/ 2641364 w 3786052"/>
                <a:gd name="csY6" fmla="*/ 967688 h 3447563"/>
                <a:gd name="csX7" fmla="*/ 2678333 w 3786052"/>
                <a:gd name="csY7" fmla="*/ 984827 h 3447563"/>
                <a:gd name="csX8" fmla="*/ 2696449 w 3786052"/>
                <a:gd name="csY8" fmla="*/ 993198 h 3447563"/>
                <a:gd name="csX9" fmla="*/ 2793311 w 3786052"/>
                <a:gd name="csY9" fmla="*/ 1054753 h 3447563"/>
                <a:gd name="csX10" fmla="*/ 2813664 w 3786052"/>
                <a:gd name="csY10" fmla="*/ 1069353 h 3447563"/>
                <a:gd name="csX11" fmla="*/ 2940651 w 3786052"/>
                <a:gd name="csY11" fmla="*/ 1175304 h 3447563"/>
                <a:gd name="csX12" fmla="*/ 2954555 w 3786052"/>
                <a:gd name="csY12" fmla="*/ 1188551 h 3447563"/>
                <a:gd name="csX13" fmla="*/ 3422854 w 3786052"/>
                <a:gd name="csY13" fmla="*/ 1952187 h 3447563"/>
                <a:gd name="csX14" fmla="*/ 3428440 w 3786052"/>
                <a:gd name="csY14" fmla="*/ 1969325 h 3447563"/>
                <a:gd name="csX15" fmla="*/ 3482292 w 3786052"/>
                <a:gd name="csY15" fmla="*/ 2186591 h 3447563"/>
                <a:gd name="csX16" fmla="*/ 3486666 w 3786052"/>
                <a:gd name="csY16" fmla="*/ 2208859 h 3447563"/>
                <a:gd name="csX17" fmla="*/ 3496524 w 3786052"/>
                <a:gd name="csY17" fmla="*/ 2360720 h 3447563"/>
                <a:gd name="csX18" fmla="*/ 3389368 w 3786052"/>
                <a:gd name="csY18" fmla="*/ 2360720 h 3447563"/>
                <a:gd name="csX19" fmla="*/ 3456340 w 3786052"/>
                <a:gd name="csY19" fmla="*/ 2494665 h 3447563"/>
                <a:gd name="csX20" fmla="*/ 3637950 w 3786052"/>
                <a:gd name="csY20" fmla="*/ 2843995 h 3447563"/>
                <a:gd name="csX21" fmla="*/ 3707903 w 3786052"/>
                <a:gd name="csY21" fmla="*/ 2998634 h 3447563"/>
                <a:gd name="csX22" fmla="*/ 3717594 w 3786052"/>
                <a:gd name="csY22" fmla="*/ 3022530 h 3447563"/>
                <a:gd name="csX23" fmla="*/ 3786181 w 3786052"/>
                <a:gd name="csY23" fmla="*/ 3291224 h 3447563"/>
                <a:gd name="csX24" fmla="*/ 3786596 w 3786052"/>
                <a:gd name="csY24" fmla="*/ 3304974 h 3447563"/>
                <a:gd name="csX25" fmla="*/ 3746834 w 3786052"/>
                <a:gd name="csY25" fmla="*/ 3410516 h 3447563"/>
                <a:gd name="csX26" fmla="*/ 3576891 w 3786052"/>
                <a:gd name="csY26" fmla="*/ 3445677 h 3447563"/>
                <a:gd name="csX27" fmla="*/ 3527392 w 3786052"/>
                <a:gd name="csY27" fmla="*/ 3431264 h 3447563"/>
                <a:gd name="csX28" fmla="*/ 3468476 w 3786052"/>
                <a:gd name="csY28" fmla="*/ 3416376 h 3447563"/>
                <a:gd name="csX29" fmla="*/ 3444701 w 3786052"/>
                <a:gd name="csY29" fmla="*/ 3411353 h 3447563"/>
                <a:gd name="csX30" fmla="*/ 3397753 w 3786052"/>
                <a:gd name="csY30" fmla="*/ 3401883 h 3447563"/>
                <a:gd name="csX31" fmla="*/ 3336627 w 3786052"/>
                <a:gd name="csY31" fmla="*/ 3389587 h 3447563"/>
                <a:gd name="csX32" fmla="*/ 3316843 w 3786052"/>
                <a:gd name="csY32" fmla="*/ 3385837 h 3447563"/>
                <a:gd name="csX33" fmla="*/ 3161661 w 3786052"/>
                <a:gd name="csY33" fmla="*/ 3291640 h 3447563"/>
                <a:gd name="csX34" fmla="*/ 3031901 w 3786052"/>
                <a:gd name="csY34" fmla="*/ 2868038 h 3447563"/>
                <a:gd name="csX35" fmla="*/ 3028499 w 3786052"/>
                <a:gd name="csY35" fmla="*/ 2851502 h 3447563"/>
                <a:gd name="csX36" fmla="*/ 3021018 w 3786052"/>
                <a:gd name="csY36" fmla="*/ 2775950 h 3447563"/>
                <a:gd name="csX37" fmla="*/ 2981812 w 3786052"/>
                <a:gd name="csY37" fmla="*/ 2488758 h 3447563"/>
                <a:gd name="csX38" fmla="*/ 2958265 w 3786052"/>
                <a:gd name="csY38" fmla="*/ 2385332 h 3447563"/>
                <a:gd name="csX39" fmla="*/ 2568169 w 3786052"/>
                <a:gd name="csY39" fmla="*/ 2304476 h 3447563"/>
                <a:gd name="csX40" fmla="*/ 2505496 w 3786052"/>
                <a:gd name="csY40" fmla="*/ 2390864 h 3447563"/>
                <a:gd name="csX41" fmla="*/ 2317544 w 3786052"/>
                <a:gd name="csY41" fmla="*/ 2316297 h 3447563"/>
                <a:gd name="csX42" fmla="*/ 2289181 w 3786052"/>
                <a:gd name="csY42" fmla="*/ 2283547 h 3447563"/>
                <a:gd name="csX43" fmla="*/ 2268413 w 3786052"/>
                <a:gd name="csY43" fmla="*/ 2264447 h 3447563"/>
                <a:gd name="csX44" fmla="*/ 2170854 w 3786052"/>
                <a:gd name="csY44" fmla="*/ 2145965 h 3447563"/>
                <a:gd name="csX45" fmla="*/ 2102555 w 3786052"/>
                <a:gd name="csY45" fmla="*/ 2085080 h 3447563"/>
                <a:gd name="csX46" fmla="*/ 1922667 w 3786052"/>
                <a:gd name="csY46" fmla="*/ 1952187 h 3447563"/>
                <a:gd name="csX47" fmla="*/ 1910484 w 3786052"/>
                <a:gd name="csY47" fmla="*/ 1941658 h 3447563"/>
                <a:gd name="csX48" fmla="*/ 1775327 w 3786052"/>
                <a:gd name="csY48" fmla="*/ 1798149 h 3447563"/>
                <a:gd name="csX49" fmla="*/ 1767143 w 3786052"/>
                <a:gd name="csY49" fmla="*/ 1787434 h 3447563"/>
                <a:gd name="csX50" fmla="*/ 1587803 w 3786052"/>
                <a:gd name="csY50" fmla="*/ 1322643 h 3447563"/>
                <a:gd name="csX51" fmla="*/ 1625475 w 3786052"/>
                <a:gd name="csY51" fmla="*/ 1378733 h 3447563"/>
                <a:gd name="csX52" fmla="*/ 1755235 w 3786052"/>
                <a:gd name="csY52" fmla="*/ 1469983 h 3447563"/>
                <a:gd name="csX53" fmla="*/ 1989981 w 3786052"/>
                <a:gd name="csY53" fmla="*/ 1415595 h 3447563"/>
                <a:gd name="csX54" fmla="*/ 2095958 w 3786052"/>
                <a:gd name="csY54" fmla="*/ 1191210 h 3447563"/>
                <a:gd name="csX55" fmla="*/ 2186345 w 3786052"/>
                <a:gd name="csY55" fmla="*/ 1027783 h 3447563"/>
                <a:gd name="csX56" fmla="*/ 2313151 w 3786052"/>
                <a:gd name="csY56" fmla="*/ 670839 h 3447563"/>
                <a:gd name="csX57" fmla="*/ 2143676 w 3786052"/>
                <a:gd name="csY57" fmla="*/ 284567 h 3447563"/>
                <a:gd name="csX58" fmla="*/ 2143676 w 3786052"/>
                <a:gd name="csY58" fmla="*/ 271173 h 3447563"/>
                <a:gd name="csX59" fmla="*/ 2096796 w 3786052"/>
                <a:gd name="csY59" fmla="*/ 251081 h 3447563"/>
                <a:gd name="csX60" fmla="*/ 2102421 w 3786052"/>
                <a:gd name="csY60" fmla="*/ 262098 h 3447563"/>
                <a:gd name="csX61" fmla="*/ 2109768 w 3786052"/>
                <a:gd name="csY61" fmla="*/ 276618 h 3447563"/>
                <a:gd name="csX62" fmla="*/ 2117068 w 3786052"/>
                <a:gd name="csY62" fmla="*/ 290977 h 3447563"/>
                <a:gd name="csX63" fmla="*/ 2123163 w 3786052"/>
                <a:gd name="csY63" fmla="*/ 399258 h 3447563"/>
                <a:gd name="csX64" fmla="*/ 1882483 w 3786052"/>
                <a:gd name="csY64" fmla="*/ 532366 h 3447563"/>
                <a:gd name="csX65" fmla="*/ 1828905 w 3786052"/>
                <a:gd name="csY65" fmla="*/ 539063 h 3447563"/>
                <a:gd name="csX66" fmla="*/ 1826681 w 3786052"/>
                <a:gd name="csY66" fmla="*/ 550603 h 3447563"/>
                <a:gd name="csX67" fmla="*/ 1748538 w 3786052"/>
                <a:gd name="csY67" fmla="*/ 686403 h 3447563"/>
                <a:gd name="csX68" fmla="*/ 1686166 w 3786052"/>
                <a:gd name="csY68" fmla="*/ 717800 h 3447563"/>
                <a:gd name="csX69" fmla="*/ 1670119 w 3786052"/>
                <a:gd name="csY69" fmla="*/ 725448 h 3447563"/>
                <a:gd name="csX70" fmla="*/ 1554317 w 3786052"/>
                <a:gd name="csY70" fmla="*/ 766770 h 3447563"/>
                <a:gd name="csX71" fmla="*/ 1541934 w 3786052"/>
                <a:gd name="csY71" fmla="*/ 770595 h 3447563"/>
                <a:gd name="csX72" fmla="*/ 1480225 w 3786052"/>
                <a:gd name="csY72" fmla="*/ 774593 h 3447563"/>
                <a:gd name="csX73" fmla="*/ 1466134 w 3786052"/>
                <a:gd name="csY73" fmla="*/ 774680 h 3447563"/>
                <a:gd name="csX74" fmla="*/ 1420372 w 3786052"/>
                <a:gd name="csY74" fmla="*/ 774727 h 3447563"/>
                <a:gd name="csX75" fmla="*/ 1404425 w 3786052"/>
                <a:gd name="csY75" fmla="*/ 774727 h 3447563"/>
                <a:gd name="csX76" fmla="*/ 1154758 w 3786052"/>
                <a:gd name="csY76" fmla="*/ 763924 h 3447563"/>
                <a:gd name="csX77" fmla="*/ 963873 w 3786052"/>
                <a:gd name="csY77" fmla="*/ 752150 h 3447563"/>
                <a:gd name="csX78" fmla="*/ 934063 w 3786052"/>
                <a:gd name="csY78" fmla="*/ 750556 h 3447563"/>
                <a:gd name="csX79" fmla="*/ 894301 w 3786052"/>
                <a:gd name="csY79" fmla="*/ 748460 h 3447563"/>
                <a:gd name="csX80" fmla="*/ 843623 w 3786052"/>
                <a:gd name="csY80" fmla="*/ 745045 h 3447563"/>
                <a:gd name="csX81" fmla="*/ 672709 w 3786052"/>
                <a:gd name="csY81" fmla="*/ 738622 h 3447563"/>
                <a:gd name="csX82" fmla="*/ 659100 w 3786052"/>
                <a:gd name="csY82" fmla="*/ 738568 h 3447563"/>
                <a:gd name="csX83" fmla="*/ 587607 w 3786052"/>
                <a:gd name="csY83" fmla="*/ 738374 h 3447563"/>
                <a:gd name="csX84" fmla="*/ 529897 w 3786052"/>
                <a:gd name="csY84" fmla="*/ 738099 h 3447563"/>
                <a:gd name="csX85" fmla="*/ 154588 w 3786052"/>
                <a:gd name="csY85" fmla="*/ 760073 h 3447563"/>
                <a:gd name="csX86" fmla="*/ 133552 w 3786052"/>
                <a:gd name="csY86" fmla="*/ 762993 h 3447563"/>
                <a:gd name="csX87" fmla="*/ 551 w 3786052"/>
                <a:gd name="csY87" fmla="*/ 786862 h 3447563"/>
                <a:gd name="csX88" fmla="*/ 154588 w 3786052"/>
                <a:gd name="csY88" fmla="*/ 445302 h 3447563"/>
                <a:gd name="csX89" fmla="*/ 169001 w 3786052"/>
                <a:gd name="csY89" fmla="*/ 427487 h 3447563"/>
                <a:gd name="csX90" fmla="*/ 563122 w 3786052"/>
                <a:gd name="csY90" fmla="*/ 164017 h 3447563"/>
                <a:gd name="csX91" fmla="*/ 575867 w 3786052"/>
                <a:gd name="csY91" fmla="*/ 158438 h 3447563"/>
                <a:gd name="csX92" fmla="*/ 1442138 w 3786052"/>
                <a:gd name="csY92" fmla="*/ 14587 h 3447563"/>
                <a:gd name="csX93" fmla="*/ 1464058 w 3786052"/>
                <a:gd name="csY93" fmla="*/ 14513 h 3447563"/>
                <a:gd name="csX94" fmla="*/ 1764631 w 3786052"/>
                <a:gd name="csY94" fmla="*/ 34411 h 3447563"/>
                <a:gd name="csX95" fmla="*/ 1815510 w 3786052"/>
                <a:gd name="csY95" fmla="*/ 16677 h 3447563"/>
                <a:gd name="csX96" fmla="*/ 2259439 w 3786052"/>
                <a:gd name="csY96" fmla="*/ 109996 h 34475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</a:cxnLst>
              <a:rect l="l" t="t" r="r" b="b"/>
              <a:pathLst>
                <a:path w="3786052" h="3447563">
                  <a:moveTo>
                    <a:pt x="2259439" y="109996"/>
                  </a:moveTo>
                  <a:cubicBezTo>
                    <a:pt x="2435885" y="244303"/>
                    <a:pt x="2528307" y="432081"/>
                    <a:pt x="2559329" y="649160"/>
                  </a:cubicBezTo>
                  <a:cubicBezTo>
                    <a:pt x="2567526" y="713306"/>
                    <a:pt x="2569261" y="777654"/>
                    <a:pt x="2570888" y="842249"/>
                  </a:cubicBezTo>
                  <a:cubicBezTo>
                    <a:pt x="2571150" y="848859"/>
                    <a:pt x="2571417" y="855469"/>
                    <a:pt x="2571685" y="862280"/>
                  </a:cubicBezTo>
                  <a:cubicBezTo>
                    <a:pt x="2572067" y="873659"/>
                    <a:pt x="2572147" y="885058"/>
                    <a:pt x="2571752" y="896436"/>
                  </a:cubicBezTo>
                  <a:cubicBezTo>
                    <a:pt x="2571290" y="912329"/>
                    <a:pt x="2571290" y="912329"/>
                    <a:pt x="2578999" y="934202"/>
                  </a:cubicBezTo>
                  <a:cubicBezTo>
                    <a:pt x="2597972" y="949505"/>
                    <a:pt x="2619022" y="958265"/>
                    <a:pt x="2641364" y="967688"/>
                  </a:cubicBezTo>
                  <a:cubicBezTo>
                    <a:pt x="2653707" y="973361"/>
                    <a:pt x="2666030" y="979074"/>
                    <a:pt x="2678333" y="984827"/>
                  </a:cubicBezTo>
                  <a:cubicBezTo>
                    <a:pt x="2684313" y="987586"/>
                    <a:pt x="2690294" y="990352"/>
                    <a:pt x="2696449" y="993198"/>
                  </a:cubicBezTo>
                  <a:cubicBezTo>
                    <a:pt x="2731241" y="1010035"/>
                    <a:pt x="2762142" y="1031982"/>
                    <a:pt x="2793311" y="1054753"/>
                  </a:cubicBezTo>
                  <a:cubicBezTo>
                    <a:pt x="2800029" y="1059575"/>
                    <a:pt x="2806746" y="1064390"/>
                    <a:pt x="2813664" y="1069353"/>
                  </a:cubicBezTo>
                  <a:cubicBezTo>
                    <a:pt x="2858502" y="1102156"/>
                    <a:pt x="2900561" y="1136875"/>
                    <a:pt x="2940651" y="1175304"/>
                  </a:cubicBezTo>
                  <a:cubicBezTo>
                    <a:pt x="2945239" y="1179677"/>
                    <a:pt x="2949826" y="1184050"/>
                    <a:pt x="2954555" y="1188551"/>
                  </a:cubicBezTo>
                  <a:cubicBezTo>
                    <a:pt x="3173133" y="1397994"/>
                    <a:pt x="3329508" y="1664472"/>
                    <a:pt x="3422854" y="1952187"/>
                  </a:cubicBezTo>
                  <a:cubicBezTo>
                    <a:pt x="3425620" y="1960672"/>
                    <a:pt x="3425620" y="1960672"/>
                    <a:pt x="3428440" y="1969325"/>
                  </a:cubicBezTo>
                  <a:cubicBezTo>
                    <a:pt x="3451297" y="2040744"/>
                    <a:pt x="3468134" y="2112968"/>
                    <a:pt x="3482292" y="2186591"/>
                  </a:cubicBezTo>
                  <a:cubicBezTo>
                    <a:pt x="3484456" y="2197615"/>
                    <a:pt x="3484456" y="2197615"/>
                    <a:pt x="3486666" y="2208859"/>
                  </a:cubicBezTo>
                  <a:cubicBezTo>
                    <a:pt x="3495995" y="2260147"/>
                    <a:pt x="3497743" y="2308608"/>
                    <a:pt x="3496524" y="2360720"/>
                  </a:cubicBezTo>
                  <a:cubicBezTo>
                    <a:pt x="3461163" y="2360720"/>
                    <a:pt x="3425801" y="2360720"/>
                    <a:pt x="3389368" y="2360720"/>
                  </a:cubicBezTo>
                  <a:cubicBezTo>
                    <a:pt x="3422519" y="2427023"/>
                    <a:pt x="3422519" y="2427023"/>
                    <a:pt x="3456340" y="2494665"/>
                  </a:cubicBezTo>
                  <a:cubicBezTo>
                    <a:pt x="3489793" y="2495529"/>
                    <a:pt x="3634173" y="2836688"/>
                    <a:pt x="3637950" y="2843995"/>
                  </a:cubicBezTo>
                  <a:cubicBezTo>
                    <a:pt x="3663762" y="2894632"/>
                    <a:pt x="3686606" y="2945954"/>
                    <a:pt x="3707903" y="2998634"/>
                  </a:cubicBezTo>
                  <a:cubicBezTo>
                    <a:pt x="3711105" y="3006524"/>
                    <a:pt x="3714299" y="3014406"/>
                    <a:pt x="3717594" y="3022530"/>
                  </a:cubicBezTo>
                  <a:cubicBezTo>
                    <a:pt x="3752762" y="3110271"/>
                    <a:pt x="3785457" y="3195587"/>
                    <a:pt x="3786181" y="3291224"/>
                  </a:cubicBezTo>
                  <a:cubicBezTo>
                    <a:pt x="3786388" y="3298029"/>
                    <a:pt x="3786388" y="3298029"/>
                    <a:pt x="3786596" y="3304974"/>
                  </a:cubicBezTo>
                  <a:cubicBezTo>
                    <a:pt x="3786931" y="3348426"/>
                    <a:pt x="3777099" y="3378811"/>
                    <a:pt x="3746834" y="3410516"/>
                  </a:cubicBezTo>
                  <a:cubicBezTo>
                    <a:pt x="3696170" y="3448054"/>
                    <a:pt x="3638051" y="3451303"/>
                    <a:pt x="3576891" y="3445677"/>
                  </a:cubicBezTo>
                  <a:cubicBezTo>
                    <a:pt x="3559880" y="3441866"/>
                    <a:pt x="3543880" y="3436910"/>
                    <a:pt x="3527392" y="3431264"/>
                  </a:cubicBezTo>
                  <a:cubicBezTo>
                    <a:pt x="3507903" y="3424935"/>
                    <a:pt x="3488534" y="3420575"/>
                    <a:pt x="3468476" y="3416376"/>
                  </a:cubicBezTo>
                  <a:cubicBezTo>
                    <a:pt x="3460633" y="3414722"/>
                    <a:pt x="3452784" y="3413061"/>
                    <a:pt x="3444701" y="3411353"/>
                  </a:cubicBezTo>
                  <a:cubicBezTo>
                    <a:pt x="3429063" y="3408112"/>
                    <a:pt x="3413424" y="3404957"/>
                    <a:pt x="3397753" y="3401883"/>
                  </a:cubicBezTo>
                  <a:cubicBezTo>
                    <a:pt x="3377360" y="3397878"/>
                    <a:pt x="3356993" y="3393740"/>
                    <a:pt x="3336627" y="3389587"/>
                  </a:cubicBezTo>
                  <a:cubicBezTo>
                    <a:pt x="3330097" y="3388355"/>
                    <a:pt x="3323567" y="3387116"/>
                    <a:pt x="3316843" y="3385837"/>
                  </a:cubicBezTo>
                  <a:cubicBezTo>
                    <a:pt x="3253541" y="3372777"/>
                    <a:pt x="3201349" y="3343631"/>
                    <a:pt x="3161661" y="3291640"/>
                  </a:cubicBezTo>
                  <a:cubicBezTo>
                    <a:pt x="3085948" y="3164666"/>
                    <a:pt x="3061014" y="3011165"/>
                    <a:pt x="3031901" y="2868038"/>
                  </a:cubicBezTo>
                  <a:cubicBezTo>
                    <a:pt x="3030776" y="2862586"/>
                    <a:pt x="3029658" y="2857128"/>
                    <a:pt x="3028499" y="2851502"/>
                  </a:cubicBezTo>
                  <a:cubicBezTo>
                    <a:pt x="3023456" y="2825939"/>
                    <a:pt x="3019652" y="2802163"/>
                    <a:pt x="3021018" y="2775950"/>
                  </a:cubicBezTo>
                  <a:cubicBezTo>
                    <a:pt x="3012446" y="2776185"/>
                    <a:pt x="2983507" y="2497344"/>
                    <a:pt x="2981812" y="2488758"/>
                  </a:cubicBezTo>
                  <a:cubicBezTo>
                    <a:pt x="2965270" y="2405015"/>
                    <a:pt x="2971633" y="2425918"/>
                    <a:pt x="2958265" y="2385332"/>
                  </a:cubicBezTo>
                  <a:cubicBezTo>
                    <a:pt x="2977258" y="2372634"/>
                    <a:pt x="2664523" y="2286608"/>
                    <a:pt x="2568169" y="2304476"/>
                  </a:cubicBezTo>
                  <a:cubicBezTo>
                    <a:pt x="2557721" y="2306412"/>
                    <a:pt x="2580050" y="2296995"/>
                    <a:pt x="2505496" y="2390864"/>
                  </a:cubicBezTo>
                  <a:cubicBezTo>
                    <a:pt x="2501056" y="2396450"/>
                    <a:pt x="2322480" y="2321755"/>
                    <a:pt x="2317544" y="2316297"/>
                  </a:cubicBezTo>
                  <a:cubicBezTo>
                    <a:pt x="2307451" y="2305132"/>
                    <a:pt x="2307398" y="2299976"/>
                    <a:pt x="2289181" y="2283547"/>
                  </a:cubicBezTo>
                  <a:cubicBezTo>
                    <a:pt x="2282303" y="2277138"/>
                    <a:pt x="2275378" y="2270775"/>
                    <a:pt x="2268413" y="2264447"/>
                  </a:cubicBezTo>
                  <a:cubicBezTo>
                    <a:pt x="2230232" y="2228275"/>
                    <a:pt x="2200309" y="2189384"/>
                    <a:pt x="2170854" y="2145965"/>
                  </a:cubicBezTo>
                  <a:cubicBezTo>
                    <a:pt x="2150749" y="2117308"/>
                    <a:pt x="2132860" y="2103083"/>
                    <a:pt x="2102555" y="2085080"/>
                  </a:cubicBezTo>
                  <a:cubicBezTo>
                    <a:pt x="2037612" y="2046477"/>
                    <a:pt x="1979714" y="2001572"/>
                    <a:pt x="1922667" y="1952187"/>
                  </a:cubicBezTo>
                  <a:cubicBezTo>
                    <a:pt x="1918648" y="1948717"/>
                    <a:pt x="1914630" y="1945241"/>
                    <a:pt x="1910484" y="1941658"/>
                  </a:cubicBezTo>
                  <a:cubicBezTo>
                    <a:pt x="1860141" y="1897684"/>
                    <a:pt x="1815624" y="1851734"/>
                    <a:pt x="1775327" y="1798149"/>
                  </a:cubicBezTo>
                  <a:cubicBezTo>
                    <a:pt x="1772628" y="1794613"/>
                    <a:pt x="1769929" y="1791077"/>
                    <a:pt x="1767143" y="1787434"/>
                  </a:cubicBezTo>
                  <a:cubicBezTo>
                    <a:pt x="1668994" y="1658197"/>
                    <a:pt x="1579184" y="1489325"/>
                    <a:pt x="1587803" y="1322643"/>
                  </a:cubicBezTo>
                  <a:cubicBezTo>
                    <a:pt x="1601781" y="1340706"/>
                    <a:pt x="1613735" y="1359170"/>
                    <a:pt x="1625475" y="1378733"/>
                  </a:cubicBezTo>
                  <a:cubicBezTo>
                    <a:pt x="1656926" y="1426183"/>
                    <a:pt x="1702722" y="1450421"/>
                    <a:pt x="1755235" y="1469983"/>
                  </a:cubicBezTo>
                  <a:cubicBezTo>
                    <a:pt x="1839446" y="1481704"/>
                    <a:pt x="1920008" y="1464244"/>
                    <a:pt x="1989981" y="1415595"/>
                  </a:cubicBezTo>
                  <a:cubicBezTo>
                    <a:pt x="2063657" y="1352614"/>
                    <a:pt x="2083870" y="1285353"/>
                    <a:pt x="2095958" y="1191210"/>
                  </a:cubicBezTo>
                  <a:cubicBezTo>
                    <a:pt x="2106620" y="1120125"/>
                    <a:pt x="2137816" y="1079205"/>
                    <a:pt x="2186345" y="1027783"/>
                  </a:cubicBezTo>
                  <a:cubicBezTo>
                    <a:pt x="2274729" y="927840"/>
                    <a:pt x="2315763" y="803934"/>
                    <a:pt x="2313151" y="670839"/>
                  </a:cubicBezTo>
                  <a:cubicBezTo>
                    <a:pt x="2301886" y="534991"/>
                    <a:pt x="2243010" y="379059"/>
                    <a:pt x="2143676" y="284567"/>
                  </a:cubicBezTo>
                  <a:cubicBezTo>
                    <a:pt x="2143676" y="280147"/>
                    <a:pt x="2143676" y="275727"/>
                    <a:pt x="2143676" y="271173"/>
                  </a:cubicBezTo>
                  <a:cubicBezTo>
                    <a:pt x="2128058" y="263096"/>
                    <a:pt x="2113559" y="256673"/>
                    <a:pt x="2096796" y="251081"/>
                  </a:cubicBezTo>
                  <a:cubicBezTo>
                    <a:pt x="2099582" y="256533"/>
                    <a:pt x="2099582" y="256533"/>
                    <a:pt x="2102421" y="262098"/>
                  </a:cubicBezTo>
                  <a:cubicBezTo>
                    <a:pt x="2104846" y="266887"/>
                    <a:pt x="2107270" y="271682"/>
                    <a:pt x="2109768" y="276618"/>
                  </a:cubicBezTo>
                  <a:cubicBezTo>
                    <a:pt x="2112179" y="281359"/>
                    <a:pt x="2114590" y="286094"/>
                    <a:pt x="2117068" y="290977"/>
                  </a:cubicBezTo>
                  <a:cubicBezTo>
                    <a:pt x="2134354" y="327289"/>
                    <a:pt x="2135954" y="361633"/>
                    <a:pt x="2123163" y="399258"/>
                  </a:cubicBezTo>
                  <a:cubicBezTo>
                    <a:pt x="2071493" y="475935"/>
                    <a:pt x="1968878" y="511430"/>
                    <a:pt x="1882483" y="532366"/>
                  </a:cubicBezTo>
                  <a:cubicBezTo>
                    <a:pt x="1864481" y="535574"/>
                    <a:pt x="1847155" y="537637"/>
                    <a:pt x="1828905" y="539063"/>
                  </a:cubicBezTo>
                  <a:cubicBezTo>
                    <a:pt x="1828168" y="542874"/>
                    <a:pt x="1827438" y="546678"/>
                    <a:pt x="1826681" y="550603"/>
                  </a:cubicBezTo>
                  <a:cubicBezTo>
                    <a:pt x="1814312" y="610825"/>
                    <a:pt x="1798774" y="649763"/>
                    <a:pt x="1748538" y="686403"/>
                  </a:cubicBezTo>
                  <a:cubicBezTo>
                    <a:pt x="1728312" y="698204"/>
                    <a:pt x="1707463" y="708102"/>
                    <a:pt x="1686166" y="717800"/>
                  </a:cubicBezTo>
                  <a:cubicBezTo>
                    <a:pt x="1680875" y="720325"/>
                    <a:pt x="1675578" y="722850"/>
                    <a:pt x="1670119" y="725448"/>
                  </a:cubicBezTo>
                  <a:cubicBezTo>
                    <a:pt x="1632441" y="742988"/>
                    <a:pt x="1594420" y="755974"/>
                    <a:pt x="1554317" y="766770"/>
                  </a:cubicBezTo>
                  <a:cubicBezTo>
                    <a:pt x="1550232" y="768036"/>
                    <a:pt x="1546146" y="769295"/>
                    <a:pt x="1541934" y="770595"/>
                  </a:cubicBezTo>
                  <a:cubicBezTo>
                    <a:pt x="1521279" y="774720"/>
                    <a:pt x="1501281" y="774472"/>
                    <a:pt x="1480225" y="774593"/>
                  </a:cubicBezTo>
                  <a:cubicBezTo>
                    <a:pt x="1475577" y="774626"/>
                    <a:pt x="1470923" y="774653"/>
                    <a:pt x="1466134" y="774680"/>
                  </a:cubicBezTo>
                  <a:cubicBezTo>
                    <a:pt x="1450878" y="774747"/>
                    <a:pt x="1435621" y="774747"/>
                    <a:pt x="1420372" y="774727"/>
                  </a:cubicBezTo>
                  <a:cubicBezTo>
                    <a:pt x="1415108" y="774727"/>
                    <a:pt x="1409850" y="774727"/>
                    <a:pt x="1404425" y="774727"/>
                  </a:cubicBezTo>
                  <a:cubicBezTo>
                    <a:pt x="1320824" y="774633"/>
                    <a:pt x="1238099" y="770782"/>
                    <a:pt x="1154758" y="763924"/>
                  </a:cubicBezTo>
                  <a:cubicBezTo>
                    <a:pt x="1091201" y="758720"/>
                    <a:pt x="1027544" y="755526"/>
                    <a:pt x="963873" y="752150"/>
                  </a:cubicBezTo>
                  <a:cubicBezTo>
                    <a:pt x="953934" y="751621"/>
                    <a:pt x="944002" y="751092"/>
                    <a:pt x="934063" y="750556"/>
                  </a:cubicBezTo>
                  <a:cubicBezTo>
                    <a:pt x="920809" y="749846"/>
                    <a:pt x="907555" y="749150"/>
                    <a:pt x="894301" y="748460"/>
                  </a:cubicBezTo>
                  <a:cubicBezTo>
                    <a:pt x="877384" y="747529"/>
                    <a:pt x="860514" y="746371"/>
                    <a:pt x="843623" y="745045"/>
                  </a:cubicBezTo>
                  <a:cubicBezTo>
                    <a:pt x="786576" y="740591"/>
                    <a:pt x="729924" y="738816"/>
                    <a:pt x="672709" y="738622"/>
                  </a:cubicBezTo>
                  <a:cubicBezTo>
                    <a:pt x="665972" y="738595"/>
                    <a:pt x="665972" y="738595"/>
                    <a:pt x="659100" y="738568"/>
                  </a:cubicBezTo>
                  <a:cubicBezTo>
                    <a:pt x="635271" y="738468"/>
                    <a:pt x="611436" y="738408"/>
                    <a:pt x="587607" y="738374"/>
                  </a:cubicBezTo>
                  <a:cubicBezTo>
                    <a:pt x="568366" y="738347"/>
                    <a:pt x="549131" y="738253"/>
                    <a:pt x="529897" y="738099"/>
                  </a:cubicBezTo>
                  <a:cubicBezTo>
                    <a:pt x="403479" y="737115"/>
                    <a:pt x="280048" y="742553"/>
                    <a:pt x="154588" y="760073"/>
                  </a:cubicBezTo>
                  <a:cubicBezTo>
                    <a:pt x="147650" y="761038"/>
                    <a:pt x="140705" y="762002"/>
                    <a:pt x="133552" y="762993"/>
                  </a:cubicBezTo>
                  <a:cubicBezTo>
                    <a:pt x="66164" y="770950"/>
                    <a:pt x="66164" y="770950"/>
                    <a:pt x="551" y="786862"/>
                  </a:cubicBezTo>
                  <a:cubicBezTo>
                    <a:pt x="14013" y="652870"/>
                    <a:pt x="70196" y="548232"/>
                    <a:pt x="154588" y="445302"/>
                  </a:cubicBezTo>
                  <a:cubicBezTo>
                    <a:pt x="161721" y="436488"/>
                    <a:pt x="161721" y="436488"/>
                    <a:pt x="169001" y="427487"/>
                  </a:cubicBezTo>
                  <a:cubicBezTo>
                    <a:pt x="271382" y="307191"/>
                    <a:pt x="419948" y="225558"/>
                    <a:pt x="563122" y="164017"/>
                  </a:cubicBezTo>
                  <a:cubicBezTo>
                    <a:pt x="567328" y="162175"/>
                    <a:pt x="571533" y="160333"/>
                    <a:pt x="575867" y="158438"/>
                  </a:cubicBezTo>
                  <a:cubicBezTo>
                    <a:pt x="845746" y="42173"/>
                    <a:pt x="1151878" y="15063"/>
                    <a:pt x="1442138" y="14587"/>
                  </a:cubicBezTo>
                  <a:cubicBezTo>
                    <a:pt x="1449371" y="14560"/>
                    <a:pt x="1456604" y="14540"/>
                    <a:pt x="1464058" y="14513"/>
                  </a:cubicBezTo>
                  <a:cubicBezTo>
                    <a:pt x="1564423" y="14333"/>
                    <a:pt x="1665706" y="15598"/>
                    <a:pt x="1764631" y="34411"/>
                  </a:cubicBezTo>
                  <a:cubicBezTo>
                    <a:pt x="1788031" y="37586"/>
                    <a:pt x="1795907" y="29281"/>
                    <a:pt x="1815510" y="16677"/>
                  </a:cubicBezTo>
                  <a:cubicBezTo>
                    <a:pt x="1966447" y="-28275"/>
                    <a:pt x="2132338" y="24566"/>
                    <a:pt x="2259439" y="109996"/>
                  </a:cubicBezTo>
                  <a:close/>
                </a:path>
              </a:pathLst>
            </a:custGeom>
            <a:solidFill>
              <a:srgbClr val="010101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69E3EB6-9F1D-5241-129C-244B9AF7720A}"/>
                </a:ext>
              </a:extLst>
            </p:cNvPr>
            <p:cNvSpPr/>
            <p:nvPr/>
          </p:nvSpPr>
          <p:spPr>
            <a:xfrm>
              <a:off x="10510208" y="5151109"/>
              <a:ext cx="1681791" cy="440675"/>
            </a:xfrm>
            <a:custGeom>
              <a:avLst/>
              <a:gdLst>
                <a:gd name="csX0" fmla="*/ 555873 w 3763843"/>
                <a:gd name="csY0" fmla="*/ 0 h 971103"/>
                <a:gd name="csX1" fmla="*/ 726365 w 3763843"/>
                <a:gd name="csY1" fmla="*/ 133657 h 971103"/>
                <a:gd name="csX2" fmla="*/ 794041 w 3763843"/>
                <a:gd name="csY2" fmla="*/ 191294 h 971103"/>
                <a:gd name="csX3" fmla="*/ 804857 w 3763843"/>
                <a:gd name="csY3" fmla="*/ 200436 h 971103"/>
                <a:gd name="csX4" fmla="*/ 837158 w 3763843"/>
                <a:gd name="csY4" fmla="*/ 227707 h 971103"/>
                <a:gd name="csX5" fmla="*/ 1006157 w 3763843"/>
                <a:gd name="csY5" fmla="*/ 371591 h 971103"/>
                <a:gd name="csX6" fmla="*/ 1041452 w 3763843"/>
                <a:gd name="csY6" fmla="*/ 401863 h 971103"/>
                <a:gd name="csX7" fmla="*/ 1052482 w 3763843"/>
                <a:gd name="csY7" fmla="*/ 411352 h 971103"/>
                <a:gd name="csX8" fmla="*/ 1076077 w 3763843"/>
                <a:gd name="csY8" fmla="*/ 431197 h 971103"/>
                <a:gd name="csX9" fmla="*/ 1130037 w 3763843"/>
                <a:gd name="csY9" fmla="*/ 483335 h 971103"/>
                <a:gd name="csX10" fmla="*/ 1271630 w 3763843"/>
                <a:gd name="csY10" fmla="*/ 551305 h 971103"/>
                <a:gd name="csX11" fmla="*/ 1372732 w 3763843"/>
                <a:gd name="csY11" fmla="*/ 551118 h 971103"/>
                <a:gd name="csX12" fmla="*/ 1451418 w 3763843"/>
                <a:gd name="csY12" fmla="*/ 550522 h 971103"/>
                <a:gd name="csX13" fmla="*/ 1501842 w 3763843"/>
                <a:gd name="csY13" fmla="*/ 549885 h 971103"/>
                <a:gd name="csX14" fmla="*/ 1525416 w 3763843"/>
                <a:gd name="csY14" fmla="*/ 549852 h 971103"/>
                <a:gd name="csX15" fmla="*/ 2464574 w 3763843"/>
                <a:gd name="csY15" fmla="*/ 575965 h 971103"/>
                <a:gd name="csX16" fmla="*/ 2642185 w 3763843"/>
                <a:gd name="csY16" fmla="*/ 575730 h 971103"/>
                <a:gd name="csX17" fmla="*/ 2944902 w 3763843"/>
                <a:gd name="csY17" fmla="*/ 582957 h 971103"/>
                <a:gd name="csX18" fmla="*/ 3222637 w 3763843"/>
                <a:gd name="csY18" fmla="*/ 590177 h 971103"/>
                <a:gd name="csX19" fmla="*/ 3356984 w 3763843"/>
                <a:gd name="csY19" fmla="*/ 593666 h 971103"/>
                <a:gd name="csX20" fmla="*/ 3486710 w 3763843"/>
                <a:gd name="csY20" fmla="*/ 597054 h 971103"/>
                <a:gd name="csX21" fmla="*/ 3536070 w 3763843"/>
                <a:gd name="csY21" fmla="*/ 598327 h 971103"/>
                <a:gd name="csX22" fmla="*/ 3605520 w 3763843"/>
                <a:gd name="csY22" fmla="*/ 600148 h 971103"/>
                <a:gd name="csX23" fmla="*/ 3625880 w 3763843"/>
                <a:gd name="csY23" fmla="*/ 600644 h 971103"/>
                <a:gd name="csX24" fmla="*/ 3763843 w 3763843"/>
                <a:gd name="csY24" fmla="*/ 609451 h 971103"/>
                <a:gd name="csX25" fmla="*/ 3763843 w 3763843"/>
                <a:gd name="csY25" fmla="*/ 971104 h 971103"/>
                <a:gd name="csX26" fmla="*/ 3661777 w 3763843"/>
                <a:gd name="csY26" fmla="*/ 968753 h 971103"/>
                <a:gd name="csX27" fmla="*/ 3643561 w 3763843"/>
                <a:gd name="csY27" fmla="*/ 967192 h 971103"/>
                <a:gd name="csX28" fmla="*/ 3624607 w 3763843"/>
                <a:gd name="csY28" fmla="*/ 965478 h 971103"/>
                <a:gd name="csX29" fmla="*/ 3604515 w 3763843"/>
                <a:gd name="csY29" fmla="*/ 963730 h 971103"/>
                <a:gd name="csX30" fmla="*/ 3562792 w 3763843"/>
                <a:gd name="csY30" fmla="*/ 960026 h 971103"/>
                <a:gd name="csX31" fmla="*/ 3499168 w 3763843"/>
                <a:gd name="csY31" fmla="*/ 954427 h 971103"/>
                <a:gd name="csX32" fmla="*/ 3458448 w 3763843"/>
                <a:gd name="csY32" fmla="*/ 950831 h 971103"/>
                <a:gd name="csX33" fmla="*/ 3439361 w 3763843"/>
                <a:gd name="csY33" fmla="*/ 949156 h 971103"/>
                <a:gd name="csX34" fmla="*/ 3341915 w 3763843"/>
                <a:gd name="csY34" fmla="*/ 937617 h 971103"/>
                <a:gd name="csX35" fmla="*/ 3311577 w 3763843"/>
                <a:gd name="csY35" fmla="*/ 935969 h 971103"/>
                <a:gd name="csX36" fmla="*/ 3295236 w 3763843"/>
                <a:gd name="csY36" fmla="*/ 935326 h 971103"/>
                <a:gd name="csX37" fmla="*/ 3278291 w 3763843"/>
                <a:gd name="csY37" fmla="*/ 934690 h 971103"/>
                <a:gd name="csX38" fmla="*/ 3107511 w 3763843"/>
                <a:gd name="csY38" fmla="*/ 917525 h 971103"/>
                <a:gd name="csX39" fmla="*/ 2801560 w 3763843"/>
                <a:gd name="csY39" fmla="*/ 898806 h 971103"/>
                <a:gd name="csX40" fmla="*/ 2216775 w 3763843"/>
                <a:gd name="csY40" fmla="*/ 850553 h 971103"/>
                <a:gd name="csX41" fmla="*/ 2114642 w 3763843"/>
                <a:gd name="csY41" fmla="*/ 839670 h 971103"/>
                <a:gd name="csX42" fmla="*/ 2092809 w 3763843"/>
                <a:gd name="csY42" fmla="*/ 838156 h 971103"/>
                <a:gd name="csX43" fmla="*/ 1999784 w 3763843"/>
                <a:gd name="csY43" fmla="*/ 831693 h 971103"/>
                <a:gd name="csX44" fmla="*/ 1977281 w 3763843"/>
                <a:gd name="csY44" fmla="*/ 829175 h 971103"/>
                <a:gd name="csX45" fmla="*/ 1953103 w 3763843"/>
                <a:gd name="csY45" fmla="*/ 826697 h 971103"/>
                <a:gd name="csX46" fmla="*/ 1928592 w 3763843"/>
                <a:gd name="csY46" fmla="*/ 824072 h 971103"/>
                <a:gd name="csX47" fmla="*/ 1622794 w 3763843"/>
                <a:gd name="csY47" fmla="*/ 799486 h 971103"/>
                <a:gd name="csX48" fmla="*/ 992414 w 3763843"/>
                <a:gd name="csY48" fmla="*/ 749196 h 971103"/>
                <a:gd name="csX49" fmla="*/ 865695 w 3763843"/>
                <a:gd name="csY49" fmla="*/ 739150 h 971103"/>
                <a:gd name="csX50" fmla="*/ 648228 w 3763843"/>
                <a:gd name="csY50" fmla="*/ 721845 h 971103"/>
                <a:gd name="csX51" fmla="*/ 523512 w 3763843"/>
                <a:gd name="csY51" fmla="*/ 711919 h 971103"/>
                <a:gd name="csX52" fmla="*/ 453606 w 3763843"/>
                <a:gd name="csY52" fmla="*/ 706340 h 971103"/>
                <a:gd name="csX53" fmla="*/ 422283 w 3763843"/>
                <a:gd name="csY53" fmla="*/ 703856 h 971103"/>
                <a:gd name="csX54" fmla="*/ 380137 w 3763843"/>
                <a:gd name="csY54" fmla="*/ 700494 h 971103"/>
                <a:gd name="csX55" fmla="*/ 356830 w 3763843"/>
                <a:gd name="csY55" fmla="*/ 698638 h 971103"/>
                <a:gd name="csX56" fmla="*/ 287982 w 3763843"/>
                <a:gd name="csY56" fmla="*/ 689818 h 971103"/>
                <a:gd name="csX57" fmla="*/ 256224 w 3763843"/>
                <a:gd name="csY57" fmla="*/ 687213 h 971103"/>
                <a:gd name="csX58" fmla="*/ 238764 w 3763843"/>
                <a:gd name="csY58" fmla="*/ 686001 h 971103"/>
                <a:gd name="csX59" fmla="*/ 220407 w 3763843"/>
                <a:gd name="csY59" fmla="*/ 684768 h 971103"/>
                <a:gd name="csX60" fmla="*/ 201239 w 3763843"/>
                <a:gd name="csY60" fmla="*/ 683449 h 971103"/>
                <a:gd name="csX61" fmla="*/ 141058 w 3763843"/>
                <a:gd name="csY61" fmla="*/ 679357 h 971103"/>
                <a:gd name="csX62" fmla="*/ 100077 w 3763843"/>
                <a:gd name="csY62" fmla="*/ 676544 h 971103"/>
                <a:gd name="csX63" fmla="*/ 0 w 3763843"/>
                <a:gd name="csY63" fmla="*/ 669727 h 971103"/>
                <a:gd name="csX64" fmla="*/ 0 w 3763843"/>
                <a:gd name="csY64" fmla="*/ 529084 h 971103"/>
                <a:gd name="csX65" fmla="*/ 361117 w 3763843"/>
                <a:gd name="csY65" fmla="*/ 531950 h 971103"/>
                <a:gd name="csX66" fmla="*/ 937617 w 3763843"/>
                <a:gd name="csY66" fmla="*/ 535781 h 971103"/>
                <a:gd name="csX67" fmla="*/ 927545 w 3763843"/>
                <a:gd name="csY67" fmla="*/ 525950 h 971103"/>
                <a:gd name="csX68" fmla="*/ 913755 w 3763843"/>
                <a:gd name="csY68" fmla="*/ 512341 h 971103"/>
                <a:gd name="csX69" fmla="*/ 900334 w 3763843"/>
                <a:gd name="csY69" fmla="*/ 499160 h 971103"/>
                <a:gd name="csX70" fmla="*/ 862842 w 3763843"/>
                <a:gd name="csY70" fmla="*/ 457691 h 971103"/>
                <a:gd name="csX71" fmla="*/ 771465 w 3763843"/>
                <a:gd name="csY71" fmla="*/ 362047 h 971103"/>
                <a:gd name="csX72" fmla="*/ 752679 w 3763843"/>
                <a:gd name="csY72" fmla="*/ 343241 h 971103"/>
                <a:gd name="csX73" fmla="*/ 713527 w 3763843"/>
                <a:gd name="csY73" fmla="*/ 304123 h 971103"/>
                <a:gd name="csX74" fmla="*/ 663793 w 3763843"/>
                <a:gd name="csY74" fmla="*/ 254362 h 971103"/>
                <a:gd name="csX75" fmla="*/ 615753 w 3763843"/>
                <a:gd name="csY75" fmla="*/ 206336 h 971103"/>
                <a:gd name="csX76" fmla="*/ 597952 w 3763843"/>
                <a:gd name="csY76" fmla="*/ 188488 h 971103"/>
                <a:gd name="csX77" fmla="*/ 506287 w 3763843"/>
                <a:gd name="csY77" fmla="*/ 104323 h 971103"/>
                <a:gd name="csX78" fmla="*/ 482203 w 3763843"/>
                <a:gd name="csY78" fmla="*/ 66973 h 971103"/>
                <a:gd name="csX79" fmla="*/ 496616 w 3763843"/>
                <a:gd name="csY79" fmla="*/ 54027 h 971103"/>
                <a:gd name="csX80" fmla="*/ 515268 w 3763843"/>
                <a:gd name="csY80" fmla="*/ 37257 h 971103"/>
                <a:gd name="csX81" fmla="*/ 533873 w 3763843"/>
                <a:gd name="csY81" fmla="*/ 20540 h 971103"/>
                <a:gd name="csX82" fmla="*/ 555873 w 3763843"/>
                <a:gd name="csY82" fmla="*/ 0 h 9711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</a:cxnLst>
              <a:rect l="l" t="t" r="r" b="b"/>
              <a:pathLst>
                <a:path w="3763843" h="971103">
                  <a:moveTo>
                    <a:pt x="555873" y="0"/>
                  </a:moveTo>
                  <a:cubicBezTo>
                    <a:pt x="619403" y="28403"/>
                    <a:pt x="673765" y="88391"/>
                    <a:pt x="726365" y="133657"/>
                  </a:cubicBezTo>
                  <a:cubicBezTo>
                    <a:pt x="748828" y="152985"/>
                    <a:pt x="771411" y="172166"/>
                    <a:pt x="794041" y="191294"/>
                  </a:cubicBezTo>
                  <a:cubicBezTo>
                    <a:pt x="797611" y="194308"/>
                    <a:pt x="801180" y="197328"/>
                    <a:pt x="804857" y="200436"/>
                  </a:cubicBezTo>
                  <a:cubicBezTo>
                    <a:pt x="815620" y="209531"/>
                    <a:pt x="826389" y="218619"/>
                    <a:pt x="837158" y="227707"/>
                  </a:cubicBezTo>
                  <a:cubicBezTo>
                    <a:pt x="893690" y="275439"/>
                    <a:pt x="950020" y="323391"/>
                    <a:pt x="1006157" y="371591"/>
                  </a:cubicBezTo>
                  <a:cubicBezTo>
                    <a:pt x="1017917" y="381691"/>
                    <a:pt x="1029678" y="391777"/>
                    <a:pt x="1041452" y="401863"/>
                  </a:cubicBezTo>
                  <a:cubicBezTo>
                    <a:pt x="1045088" y="404997"/>
                    <a:pt x="1048732" y="408131"/>
                    <a:pt x="1052482" y="411352"/>
                  </a:cubicBezTo>
                  <a:cubicBezTo>
                    <a:pt x="1060298" y="418030"/>
                    <a:pt x="1068154" y="424647"/>
                    <a:pt x="1076077" y="431197"/>
                  </a:cubicBezTo>
                  <a:cubicBezTo>
                    <a:pt x="1095686" y="447538"/>
                    <a:pt x="1113655" y="463725"/>
                    <a:pt x="1130037" y="483335"/>
                  </a:cubicBezTo>
                  <a:cubicBezTo>
                    <a:pt x="1171533" y="530075"/>
                    <a:pt x="1209044" y="547086"/>
                    <a:pt x="1271630" y="551305"/>
                  </a:cubicBezTo>
                  <a:cubicBezTo>
                    <a:pt x="1305384" y="552223"/>
                    <a:pt x="1338985" y="552049"/>
                    <a:pt x="1372732" y="551118"/>
                  </a:cubicBezTo>
                  <a:cubicBezTo>
                    <a:pt x="1398985" y="550428"/>
                    <a:pt x="1425165" y="550428"/>
                    <a:pt x="1451418" y="550522"/>
                  </a:cubicBezTo>
                  <a:cubicBezTo>
                    <a:pt x="1468215" y="550354"/>
                    <a:pt x="1485011" y="550140"/>
                    <a:pt x="1501842" y="549885"/>
                  </a:cubicBezTo>
                  <a:cubicBezTo>
                    <a:pt x="1509611" y="549872"/>
                    <a:pt x="1517379" y="549865"/>
                    <a:pt x="1525416" y="549852"/>
                  </a:cubicBezTo>
                  <a:cubicBezTo>
                    <a:pt x="1579865" y="547957"/>
                    <a:pt x="2462297" y="537254"/>
                    <a:pt x="2464574" y="575965"/>
                  </a:cubicBezTo>
                  <a:cubicBezTo>
                    <a:pt x="2515406" y="575965"/>
                    <a:pt x="2633680" y="575851"/>
                    <a:pt x="2642185" y="575730"/>
                  </a:cubicBezTo>
                  <a:cubicBezTo>
                    <a:pt x="2734876" y="575054"/>
                    <a:pt x="2939075" y="582809"/>
                    <a:pt x="2944902" y="582957"/>
                  </a:cubicBezTo>
                  <a:cubicBezTo>
                    <a:pt x="3037458" y="585341"/>
                    <a:pt x="3130081" y="587745"/>
                    <a:pt x="3222637" y="590177"/>
                  </a:cubicBezTo>
                  <a:cubicBezTo>
                    <a:pt x="3267375" y="591355"/>
                    <a:pt x="3312180" y="592520"/>
                    <a:pt x="3356984" y="593666"/>
                  </a:cubicBezTo>
                  <a:cubicBezTo>
                    <a:pt x="3400182" y="594777"/>
                    <a:pt x="3443446" y="595909"/>
                    <a:pt x="3486710" y="597054"/>
                  </a:cubicBezTo>
                  <a:cubicBezTo>
                    <a:pt x="3503186" y="597483"/>
                    <a:pt x="3519594" y="597912"/>
                    <a:pt x="3536070" y="598327"/>
                  </a:cubicBezTo>
                  <a:cubicBezTo>
                    <a:pt x="3559242" y="598916"/>
                    <a:pt x="3582347" y="599526"/>
                    <a:pt x="3605520" y="600148"/>
                  </a:cubicBezTo>
                  <a:cubicBezTo>
                    <a:pt x="3615566" y="600397"/>
                    <a:pt x="3615566" y="600397"/>
                    <a:pt x="3625880" y="600644"/>
                  </a:cubicBezTo>
                  <a:cubicBezTo>
                    <a:pt x="3672225" y="601937"/>
                    <a:pt x="3717498" y="605587"/>
                    <a:pt x="3763843" y="609451"/>
                  </a:cubicBezTo>
                  <a:cubicBezTo>
                    <a:pt x="3763843" y="728797"/>
                    <a:pt x="3763843" y="848141"/>
                    <a:pt x="3763843" y="971104"/>
                  </a:cubicBezTo>
                  <a:cubicBezTo>
                    <a:pt x="3688499" y="971104"/>
                    <a:pt x="3688499" y="971104"/>
                    <a:pt x="3661777" y="968753"/>
                  </a:cubicBezTo>
                  <a:cubicBezTo>
                    <a:pt x="3655750" y="968237"/>
                    <a:pt x="3649722" y="967721"/>
                    <a:pt x="3643561" y="967192"/>
                  </a:cubicBezTo>
                  <a:cubicBezTo>
                    <a:pt x="3634184" y="966348"/>
                    <a:pt x="3634184" y="966348"/>
                    <a:pt x="3624607" y="965478"/>
                  </a:cubicBezTo>
                  <a:cubicBezTo>
                    <a:pt x="3617977" y="964902"/>
                    <a:pt x="3611347" y="964326"/>
                    <a:pt x="3604515" y="963730"/>
                  </a:cubicBezTo>
                  <a:cubicBezTo>
                    <a:pt x="3590585" y="962511"/>
                    <a:pt x="3576722" y="961272"/>
                    <a:pt x="3562792" y="960026"/>
                  </a:cubicBezTo>
                  <a:cubicBezTo>
                    <a:pt x="3541561" y="958131"/>
                    <a:pt x="3520398" y="956276"/>
                    <a:pt x="3499168" y="954427"/>
                  </a:cubicBezTo>
                  <a:cubicBezTo>
                    <a:pt x="3485572" y="953229"/>
                    <a:pt x="3472044" y="952030"/>
                    <a:pt x="3458448" y="950831"/>
                  </a:cubicBezTo>
                  <a:cubicBezTo>
                    <a:pt x="3452153" y="950282"/>
                    <a:pt x="3445857" y="949726"/>
                    <a:pt x="3439361" y="949156"/>
                  </a:cubicBezTo>
                  <a:cubicBezTo>
                    <a:pt x="3406745" y="946216"/>
                    <a:pt x="3374397" y="942332"/>
                    <a:pt x="3341915" y="937617"/>
                  </a:cubicBezTo>
                  <a:cubicBezTo>
                    <a:pt x="3331803" y="936887"/>
                    <a:pt x="3321690" y="936311"/>
                    <a:pt x="3311577" y="935969"/>
                  </a:cubicBezTo>
                  <a:cubicBezTo>
                    <a:pt x="3306219" y="935762"/>
                    <a:pt x="3300795" y="935548"/>
                    <a:pt x="3295236" y="935326"/>
                  </a:cubicBezTo>
                  <a:cubicBezTo>
                    <a:pt x="3286864" y="935012"/>
                    <a:pt x="3286864" y="935012"/>
                    <a:pt x="3278291" y="934690"/>
                  </a:cubicBezTo>
                  <a:cubicBezTo>
                    <a:pt x="3220695" y="932212"/>
                    <a:pt x="3164572" y="926158"/>
                    <a:pt x="3107511" y="917525"/>
                  </a:cubicBezTo>
                  <a:cubicBezTo>
                    <a:pt x="3111262" y="924685"/>
                    <a:pt x="2808324" y="900086"/>
                    <a:pt x="2801560" y="898806"/>
                  </a:cubicBezTo>
                  <a:cubicBezTo>
                    <a:pt x="2738271" y="885740"/>
                    <a:pt x="2304844" y="858134"/>
                    <a:pt x="2216775" y="850553"/>
                  </a:cubicBezTo>
                  <a:cubicBezTo>
                    <a:pt x="2216775" y="854973"/>
                    <a:pt x="2135537" y="841029"/>
                    <a:pt x="2114642" y="839670"/>
                  </a:cubicBezTo>
                  <a:cubicBezTo>
                    <a:pt x="2107476" y="839174"/>
                    <a:pt x="2100243" y="838672"/>
                    <a:pt x="2092809" y="838156"/>
                  </a:cubicBezTo>
                  <a:cubicBezTo>
                    <a:pt x="2084571" y="837661"/>
                    <a:pt x="2019339" y="833521"/>
                    <a:pt x="1999784" y="831693"/>
                  </a:cubicBezTo>
                  <a:cubicBezTo>
                    <a:pt x="1992350" y="830863"/>
                    <a:pt x="1984915" y="830032"/>
                    <a:pt x="1977281" y="829175"/>
                  </a:cubicBezTo>
                  <a:cubicBezTo>
                    <a:pt x="1969311" y="828358"/>
                    <a:pt x="1961274" y="827541"/>
                    <a:pt x="1953103" y="826697"/>
                  </a:cubicBezTo>
                  <a:cubicBezTo>
                    <a:pt x="1945000" y="825826"/>
                    <a:pt x="1936896" y="824962"/>
                    <a:pt x="1928592" y="824072"/>
                  </a:cubicBezTo>
                  <a:cubicBezTo>
                    <a:pt x="1859543" y="816939"/>
                    <a:pt x="1642551" y="800611"/>
                    <a:pt x="1622794" y="799486"/>
                  </a:cubicBezTo>
                  <a:cubicBezTo>
                    <a:pt x="1616164" y="798990"/>
                    <a:pt x="1175109" y="763750"/>
                    <a:pt x="992414" y="749196"/>
                  </a:cubicBezTo>
                  <a:cubicBezTo>
                    <a:pt x="950175" y="745834"/>
                    <a:pt x="907935" y="742492"/>
                    <a:pt x="865695" y="739150"/>
                  </a:cubicBezTo>
                  <a:cubicBezTo>
                    <a:pt x="793204" y="733404"/>
                    <a:pt x="720720" y="727638"/>
                    <a:pt x="648228" y="721845"/>
                  </a:cubicBezTo>
                  <a:cubicBezTo>
                    <a:pt x="606658" y="718523"/>
                    <a:pt x="565082" y="715214"/>
                    <a:pt x="523512" y="711919"/>
                  </a:cubicBezTo>
                  <a:cubicBezTo>
                    <a:pt x="500206" y="710071"/>
                    <a:pt x="476906" y="708209"/>
                    <a:pt x="453606" y="706340"/>
                  </a:cubicBezTo>
                  <a:cubicBezTo>
                    <a:pt x="443165" y="705510"/>
                    <a:pt x="432724" y="704680"/>
                    <a:pt x="422283" y="703856"/>
                  </a:cubicBezTo>
                  <a:cubicBezTo>
                    <a:pt x="408232" y="702751"/>
                    <a:pt x="394181" y="701626"/>
                    <a:pt x="380137" y="700494"/>
                  </a:cubicBezTo>
                  <a:cubicBezTo>
                    <a:pt x="368604" y="699576"/>
                    <a:pt x="368604" y="699576"/>
                    <a:pt x="356830" y="698638"/>
                  </a:cubicBezTo>
                  <a:cubicBezTo>
                    <a:pt x="333752" y="696409"/>
                    <a:pt x="310927" y="693134"/>
                    <a:pt x="287982" y="689818"/>
                  </a:cubicBezTo>
                  <a:cubicBezTo>
                    <a:pt x="277407" y="688821"/>
                    <a:pt x="266819" y="687936"/>
                    <a:pt x="256224" y="687213"/>
                  </a:cubicBezTo>
                  <a:cubicBezTo>
                    <a:pt x="247578" y="686610"/>
                    <a:pt x="247578" y="686610"/>
                    <a:pt x="238764" y="686001"/>
                  </a:cubicBezTo>
                  <a:cubicBezTo>
                    <a:pt x="232703" y="685592"/>
                    <a:pt x="226649" y="685190"/>
                    <a:pt x="220407" y="684768"/>
                  </a:cubicBezTo>
                  <a:cubicBezTo>
                    <a:pt x="214078" y="684333"/>
                    <a:pt x="207756" y="683898"/>
                    <a:pt x="201239" y="683449"/>
                  </a:cubicBezTo>
                  <a:cubicBezTo>
                    <a:pt x="181181" y="682069"/>
                    <a:pt x="161116" y="680710"/>
                    <a:pt x="141058" y="679357"/>
                  </a:cubicBezTo>
                  <a:cubicBezTo>
                    <a:pt x="127395" y="678419"/>
                    <a:pt x="113740" y="677482"/>
                    <a:pt x="100077" y="676544"/>
                  </a:cubicBezTo>
                  <a:cubicBezTo>
                    <a:pt x="66718" y="674254"/>
                    <a:pt x="33359" y="671990"/>
                    <a:pt x="0" y="669727"/>
                  </a:cubicBezTo>
                  <a:cubicBezTo>
                    <a:pt x="0" y="623315"/>
                    <a:pt x="0" y="576902"/>
                    <a:pt x="0" y="529084"/>
                  </a:cubicBezTo>
                  <a:cubicBezTo>
                    <a:pt x="120403" y="528622"/>
                    <a:pt x="240733" y="529881"/>
                    <a:pt x="361117" y="531950"/>
                  </a:cubicBezTo>
                  <a:cubicBezTo>
                    <a:pt x="553295" y="535232"/>
                    <a:pt x="745406" y="536719"/>
                    <a:pt x="937617" y="535781"/>
                  </a:cubicBezTo>
                  <a:cubicBezTo>
                    <a:pt x="934289" y="532540"/>
                    <a:pt x="930967" y="529292"/>
                    <a:pt x="927545" y="525950"/>
                  </a:cubicBezTo>
                  <a:cubicBezTo>
                    <a:pt x="922990" y="521456"/>
                    <a:pt x="918443" y="516969"/>
                    <a:pt x="913755" y="512341"/>
                  </a:cubicBezTo>
                  <a:cubicBezTo>
                    <a:pt x="909328" y="507994"/>
                    <a:pt x="904901" y="503641"/>
                    <a:pt x="900334" y="499160"/>
                  </a:cubicBezTo>
                  <a:cubicBezTo>
                    <a:pt x="887327" y="485625"/>
                    <a:pt x="875072" y="471916"/>
                    <a:pt x="862842" y="457691"/>
                  </a:cubicBezTo>
                  <a:cubicBezTo>
                    <a:pt x="833857" y="424339"/>
                    <a:pt x="802741" y="393250"/>
                    <a:pt x="771465" y="362047"/>
                  </a:cubicBezTo>
                  <a:cubicBezTo>
                    <a:pt x="765270" y="355839"/>
                    <a:pt x="759068" y="349637"/>
                    <a:pt x="752679" y="343241"/>
                  </a:cubicBezTo>
                  <a:cubicBezTo>
                    <a:pt x="739639" y="330189"/>
                    <a:pt x="726586" y="317149"/>
                    <a:pt x="713527" y="304123"/>
                  </a:cubicBezTo>
                  <a:cubicBezTo>
                    <a:pt x="696924" y="287561"/>
                    <a:pt x="680355" y="270965"/>
                    <a:pt x="663793" y="254362"/>
                  </a:cubicBezTo>
                  <a:cubicBezTo>
                    <a:pt x="647793" y="238335"/>
                    <a:pt x="631773" y="222336"/>
                    <a:pt x="615753" y="206336"/>
                  </a:cubicBezTo>
                  <a:cubicBezTo>
                    <a:pt x="609880" y="200449"/>
                    <a:pt x="604000" y="194555"/>
                    <a:pt x="597952" y="188488"/>
                  </a:cubicBezTo>
                  <a:cubicBezTo>
                    <a:pt x="568397" y="159047"/>
                    <a:pt x="538594" y="130744"/>
                    <a:pt x="506287" y="104323"/>
                  </a:cubicBezTo>
                  <a:cubicBezTo>
                    <a:pt x="494606" y="92790"/>
                    <a:pt x="488686" y="81954"/>
                    <a:pt x="482203" y="66973"/>
                  </a:cubicBezTo>
                  <a:cubicBezTo>
                    <a:pt x="486958" y="62700"/>
                    <a:pt x="491713" y="58427"/>
                    <a:pt x="496616" y="54027"/>
                  </a:cubicBezTo>
                  <a:cubicBezTo>
                    <a:pt x="505851" y="45722"/>
                    <a:pt x="505851" y="45722"/>
                    <a:pt x="515268" y="37257"/>
                  </a:cubicBezTo>
                  <a:cubicBezTo>
                    <a:pt x="521409" y="31738"/>
                    <a:pt x="527544" y="26220"/>
                    <a:pt x="533873" y="20540"/>
                  </a:cubicBezTo>
                  <a:cubicBezTo>
                    <a:pt x="545044" y="10454"/>
                    <a:pt x="545044" y="10454"/>
                    <a:pt x="555873" y="0"/>
                  </a:cubicBezTo>
                  <a:close/>
                </a:path>
              </a:pathLst>
            </a:custGeom>
            <a:solidFill>
              <a:srgbClr val="844F2F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4F95450-46C8-E197-D1BD-E39E72D9577F}"/>
                </a:ext>
              </a:extLst>
            </p:cNvPr>
            <p:cNvSpPr/>
            <p:nvPr/>
          </p:nvSpPr>
          <p:spPr>
            <a:xfrm>
              <a:off x="10209228" y="4305079"/>
              <a:ext cx="799004" cy="350486"/>
            </a:xfrm>
            <a:custGeom>
              <a:avLst/>
              <a:gdLst>
                <a:gd name="csX0" fmla="*/ 1442016 w 1788169"/>
                <a:gd name="csY0" fmla="*/ 345 h 772357"/>
                <a:gd name="csX1" fmla="*/ 1463937 w 1788169"/>
                <a:gd name="csY1" fmla="*/ 270 h 772357"/>
                <a:gd name="csX2" fmla="*/ 1741718 w 1788169"/>
                <a:gd name="csY2" fmla="*/ 15832 h 772357"/>
                <a:gd name="csX3" fmla="*/ 1728324 w 1788169"/>
                <a:gd name="csY3" fmla="*/ 22529 h 772357"/>
                <a:gd name="csX4" fmla="*/ 1727220 w 1788169"/>
                <a:gd name="csY4" fmla="*/ 125376 h 772357"/>
                <a:gd name="csX5" fmla="*/ 1726808 w 1788169"/>
                <a:gd name="csY5" fmla="*/ 160209 h 772357"/>
                <a:gd name="csX6" fmla="*/ 1765996 w 1788169"/>
                <a:gd name="csY6" fmla="*/ 442783 h 772357"/>
                <a:gd name="csX7" fmla="*/ 1788599 w 1788169"/>
                <a:gd name="csY7" fmla="*/ 518127 h 772357"/>
                <a:gd name="csX8" fmla="*/ 1771908 w 1788169"/>
                <a:gd name="csY8" fmla="*/ 519644 h 772357"/>
                <a:gd name="csX9" fmla="*/ 1545155 w 1788169"/>
                <a:gd name="csY9" fmla="*/ 661190 h 772357"/>
                <a:gd name="csX10" fmla="*/ 1517229 w 1788169"/>
                <a:gd name="csY10" fmla="*/ 697802 h 772357"/>
                <a:gd name="csX11" fmla="*/ 1473828 w 1788169"/>
                <a:gd name="csY11" fmla="*/ 745834 h 772357"/>
                <a:gd name="csX12" fmla="*/ 1527406 w 1788169"/>
                <a:gd name="csY12" fmla="*/ 752531 h 772357"/>
                <a:gd name="csX13" fmla="*/ 1527406 w 1788169"/>
                <a:gd name="csY13" fmla="*/ 759229 h 772357"/>
                <a:gd name="csX14" fmla="*/ 1154635 w 1788169"/>
                <a:gd name="csY14" fmla="*/ 749680 h 772357"/>
                <a:gd name="csX15" fmla="*/ 963748 w 1788169"/>
                <a:gd name="csY15" fmla="*/ 737906 h 772357"/>
                <a:gd name="csX16" fmla="*/ 933943 w 1788169"/>
                <a:gd name="csY16" fmla="*/ 736316 h 772357"/>
                <a:gd name="csX17" fmla="*/ 894177 w 1788169"/>
                <a:gd name="csY17" fmla="*/ 734217 h 772357"/>
                <a:gd name="csX18" fmla="*/ 843506 w 1788169"/>
                <a:gd name="csY18" fmla="*/ 730802 h 772357"/>
                <a:gd name="csX19" fmla="*/ 672589 w 1788169"/>
                <a:gd name="csY19" fmla="*/ 724382 h 772357"/>
                <a:gd name="csX20" fmla="*/ 658980 w 1788169"/>
                <a:gd name="csY20" fmla="*/ 724325 h 772357"/>
                <a:gd name="csX21" fmla="*/ 587485 w 1788169"/>
                <a:gd name="csY21" fmla="*/ 724133 h 772357"/>
                <a:gd name="csX22" fmla="*/ 529773 w 1788169"/>
                <a:gd name="csY22" fmla="*/ 723859 h 772357"/>
                <a:gd name="csX23" fmla="*/ 154466 w 1788169"/>
                <a:gd name="csY23" fmla="*/ 745834 h 772357"/>
                <a:gd name="csX24" fmla="*/ 133435 w 1788169"/>
                <a:gd name="csY24" fmla="*/ 748755 h 772357"/>
                <a:gd name="csX25" fmla="*/ 429 w 1788169"/>
                <a:gd name="csY25" fmla="*/ 772623 h 772357"/>
                <a:gd name="csX26" fmla="*/ 154466 w 1788169"/>
                <a:gd name="csY26" fmla="*/ 431063 h 772357"/>
                <a:gd name="csX27" fmla="*/ 168881 w 1788169"/>
                <a:gd name="csY27" fmla="*/ 413247 h 772357"/>
                <a:gd name="csX28" fmla="*/ 563000 w 1788169"/>
                <a:gd name="csY28" fmla="*/ 149778 h 772357"/>
                <a:gd name="csX29" fmla="*/ 575747 w 1788169"/>
                <a:gd name="csY29" fmla="*/ 144195 h 772357"/>
                <a:gd name="csX30" fmla="*/ 1442016 w 1788169"/>
                <a:gd name="csY30" fmla="*/ 345 h 772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788169" h="772357">
                  <a:moveTo>
                    <a:pt x="1442016" y="345"/>
                  </a:moveTo>
                  <a:cubicBezTo>
                    <a:pt x="1449250" y="320"/>
                    <a:pt x="1456484" y="296"/>
                    <a:pt x="1463937" y="270"/>
                  </a:cubicBezTo>
                  <a:cubicBezTo>
                    <a:pt x="1557360" y="104"/>
                    <a:pt x="1648964" y="4545"/>
                    <a:pt x="1741718" y="15832"/>
                  </a:cubicBezTo>
                  <a:cubicBezTo>
                    <a:pt x="1737298" y="18042"/>
                    <a:pt x="1732878" y="20252"/>
                    <a:pt x="1728324" y="22529"/>
                  </a:cubicBezTo>
                  <a:cubicBezTo>
                    <a:pt x="1727819" y="56811"/>
                    <a:pt x="1727459" y="91091"/>
                    <a:pt x="1727220" y="125376"/>
                  </a:cubicBezTo>
                  <a:cubicBezTo>
                    <a:pt x="1727120" y="136987"/>
                    <a:pt x="1726984" y="148599"/>
                    <a:pt x="1726808" y="160209"/>
                  </a:cubicBezTo>
                  <a:cubicBezTo>
                    <a:pt x="1725359" y="258320"/>
                    <a:pt x="1734011" y="349198"/>
                    <a:pt x="1765996" y="442783"/>
                  </a:cubicBezTo>
                  <a:cubicBezTo>
                    <a:pt x="1783668" y="496431"/>
                    <a:pt x="1783668" y="496431"/>
                    <a:pt x="1788599" y="518127"/>
                  </a:cubicBezTo>
                  <a:cubicBezTo>
                    <a:pt x="1780337" y="518878"/>
                    <a:pt x="1780337" y="518878"/>
                    <a:pt x="1771908" y="519644"/>
                  </a:cubicBezTo>
                  <a:cubicBezTo>
                    <a:pt x="1672647" y="531336"/>
                    <a:pt x="1605990" y="584176"/>
                    <a:pt x="1545155" y="661190"/>
                  </a:cubicBezTo>
                  <a:cubicBezTo>
                    <a:pt x="1535755" y="673327"/>
                    <a:pt x="1526487" y="685556"/>
                    <a:pt x="1517229" y="697802"/>
                  </a:cubicBezTo>
                  <a:cubicBezTo>
                    <a:pt x="1503955" y="715214"/>
                    <a:pt x="1489799" y="730794"/>
                    <a:pt x="1473828" y="745834"/>
                  </a:cubicBezTo>
                  <a:cubicBezTo>
                    <a:pt x="1491509" y="748044"/>
                    <a:pt x="1509189" y="750254"/>
                    <a:pt x="1527406" y="752531"/>
                  </a:cubicBezTo>
                  <a:cubicBezTo>
                    <a:pt x="1527406" y="754742"/>
                    <a:pt x="1527406" y="756952"/>
                    <a:pt x="1527406" y="759229"/>
                  </a:cubicBezTo>
                  <a:cubicBezTo>
                    <a:pt x="1402621" y="760659"/>
                    <a:pt x="1279099" y="759917"/>
                    <a:pt x="1154635" y="749680"/>
                  </a:cubicBezTo>
                  <a:cubicBezTo>
                    <a:pt x="1091082" y="744476"/>
                    <a:pt x="1027420" y="741282"/>
                    <a:pt x="963748" y="737906"/>
                  </a:cubicBezTo>
                  <a:cubicBezTo>
                    <a:pt x="953813" y="737379"/>
                    <a:pt x="943878" y="736849"/>
                    <a:pt x="933943" y="736316"/>
                  </a:cubicBezTo>
                  <a:cubicBezTo>
                    <a:pt x="920688" y="735607"/>
                    <a:pt x="907433" y="734911"/>
                    <a:pt x="894177" y="734217"/>
                  </a:cubicBezTo>
                  <a:cubicBezTo>
                    <a:pt x="877262" y="733286"/>
                    <a:pt x="860396" y="732127"/>
                    <a:pt x="843506" y="730802"/>
                  </a:cubicBezTo>
                  <a:cubicBezTo>
                    <a:pt x="786457" y="726352"/>
                    <a:pt x="729801" y="724574"/>
                    <a:pt x="672589" y="724382"/>
                  </a:cubicBezTo>
                  <a:cubicBezTo>
                    <a:pt x="665852" y="724354"/>
                    <a:pt x="665852" y="724354"/>
                    <a:pt x="658980" y="724325"/>
                  </a:cubicBezTo>
                  <a:cubicBezTo>
                    <a:pt x="635148" y="724225"/>
                    <a:pt x="611317" y="724163"/>
                    <a:pt x="587485" y="724133"/>
                  </a:cubicBezTo>
                  <a:cubicBezTo>
                    <a:pt x="568247" y="724104"/>
                    <a:pt x="549011" y="724012"/>
                    <a:pt x="529773" y="723859"/>
                  </a:cubicBezTo>
                  <a:cubicBezTo>
                    <a:pt x="403361" y="722873"/>
                    <a:pt x="279928" y="728312"/>
                    <a:pt x="154466" y="745834"/>
                  </a:cubicBezTo>
                  <a:cubicBezTo>
                    <a:pt x="147526" y="746798"/>
                    <a:pt x="140585" y="747762"/>
                    <a:pt x="133435" y="748755"/>
                  </a:cubicBezTo>
                  <a:cubicBezTo>
                    <a:pt x="66040" y="756710"/>
                    <a:pt x="66040" y="756710"/>
                    <a:pt x="429" y="772623"/>
                  </a:cubicBezTo>
                  <a:cubicBezTo>
                    <a:pt x="13889" y="638631"/>
                    <a:pt x="70074" y="533989"/>
                    <a:pt x="154466" y="431063"/>
                  </a:cubicBezTo>
                  <a:cubicBezTo>
                    <a:pt x="161602" y="422244"/>
                    <a:pt x="161602" y="422244"/>
                    <a:pt x="168881" y="413247"/>
                  </a:cubicBezTo>
                  <a:cubicBezTo>
                    <a:pt x="271261" y="292946"/>
                    <a:pt x="419825" y="211316"/>
                    <a:pt x="563000" y="149778"/>
                  </a:cubicBezTo>
                  <a:cubicBezTo>
                    <a:pt x="567206" y="147935"/>
                    <a:pt x="571413" y="146093"/>
                    <a:pt x="575747" y="144195"/>
                  </a:cubicBezTo>
                  <a:cubicBezTo>
                    <a:pt x="845625" y="27934"/>
                    <a:pt x="1151757" y="819"/>
                    <a:pt x="1442016" y="345"/>
                  </a:cubicBezTo>
                  <a:close/>
                </a:path>
              </a:pathLst>
            </a:custGeom>
            <a:solidFill>
              <a:srgbClr val="F4B532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52F799-726C-AA54-8D6F-BBE03775D1F4}"/>
                </a:ext>
              </a:extLst>
            </p:cNvPr>
            <p:cNvSpPr/>
            <p:nvPr/>
          </p:nvSpPr>
          <p:spPr>
            <a:xfrm>
              <a:off x="10209228" y="4422633"/>
              <a:ext cx="697514" cy="232932"/>
            </a:xfrm>
            <a:custGeom>
              <a:avLst/>
              <a:gdLst>
                <a:gd name="csX0" fmla="*/ 1408524 w 1561033"/>
                <a:gd name="csY0" fmla="*/ 852 h 513307"/>
                <a:gd name="csX1" fmla="*/ 1427858 w 1561033"/>
                <a:gd name="csY1" fmla="*/ 304 h 513307"/>
                <a:gd name="csX2" fmla="*/ 1547074 w 1561033"/>
                <a:gd name="csY2" fmla="*/ 49826 h 513307"/>
                <a:gd name="csX3" fmla="*/ 1560887 w 1561033"/>
                <a:gd name="csY3" fmla="*/ 125170 h 513307"/>
                <a:gd name="csX4" fmla="*/ 1493915 w 1561033"/>
                <a:gd name="csY4" fmla="*/ 205537 h 513307"/>
                <a:gd name="csX5" fmla="*/ 1452894 w 1561033"/>
                <a:gd name="csY5" fmla="*/ 219769 h 513307"/>
                <a:gd name="csX6" fmla="*/ 1431913 w 1561033"/>
                <a:gd name="csY6" fmla="*/ 226100 h 513307"/>
                <a:gd name="csX7" fmla="*/ 1225788 w 1561033"/>
                <a:gd name="csY7" fmla="*/ 247672 h 513307"/>
                <a:gd name="csX8" fmla="*/ 422352 w 1561033"/>
                <a:gd name="csY8" fmla="*/ 346180 h 513307"/>
                <a:gd name="csX9" fmla="*/ 402041 w 1561033"/>
                <a:gd name="csY9" fmla="*/ 352128 h 513307"/>
                <a:gd name="csX10" fmla="*/ 332357 w 1561033"/>
                <a:gd name="csY10" fmla="*/ 372969 h 513307"/>
                <a:gd name="csX11" fmla="*/ 309970 w 1561033"/>
                <a:gd name="csY11" fmla="*/ 379714 h 513307"/>
                <a:gd name="csX12" fmla="*/ 200981 w 1561033"/>
                <a:gd name="csY12" fmla="*/ 420507 h 513307"/>
                <a:gd name="csX13" fmla="*/ 146927 w 1561033"/>
                <a:gd name="csY13" fmla="*/ 442872 h 513307"/>
                <a:gd name="csX14" fmla="*/ 60700 w 1561033"/>
                <a:gd name="csY14" fmla="*/ 493520 h 513307"/>
                <a:gd name="csX15" fmla="*/ 60700 w 1561033"/>
                <a:gd name="csY15" fmla="*/ 500217 h 513307"/>
                <a:gd name="csX16" fmla="*/ 424 w 1561033"/>
                <a:gd name="csY16" fmla="*/ 513612 h 513307"/>
                <a:gd name="csX17" fmla="*/ 171623 w 1561033"/>
                <a:gd name="csY17" fmla="*/ 156511 h 513307"/>
                <a:gd name="csX18" fmla="*/ 498115 w 1561033"/>
                <a:gd name="csY18" fmla="*/ 30153 h 513307"/>
                <a:gd name="csX19" fmla="*/ 512752 w 1561033"/>
                <a:gd name="csY19" fmla="*/ 29904 h 513307"/>
                <a:gd name="csX20" fmla="*/ 656756 w 1561033"/>
                <a:gd name="csY20" fmla="*/ 71592 h 513307"/>
                <a:gd name="csX21" fmla="*/ 677267 w 1561033"/>
                <a:gd name="csY21" fmla="*/ 141076 h 513307"/>
                <a:gd name="csX22" fmla="*/ 611550 w 1561033"/>
                <a:gd name="csY22" fmla="*/ 242372 h 513307"/>
                <a:gd name="csX23" fmla="*/ 583086 w 1561033"/>
                <a:gd name="csY23" fmla="*/ 252418 h 513307"/>
                <a:gd name="csX24" fmla="*/ 583086 w 1561033"/>
                <a:gd name="csY24" fmla="*/ 265813 h 513307"/>
                <a:gd name="csX25" fmla="*/ 715132 w 1561033"/>
                <a:gd name="csY25" fmla="*/ 209452 h 513307"/>
                <a:gd name="csX26" fmla="*/ 1408524 w 1561033"/>
                <a:gd name="csY26" fmla="*/ 852 h 5133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561033" h="513307">
                  <a:moveTo>
                    <a:pt x="1408524" y="852"/>
                  </a:moveTo>
                  <a:cubicBezTo>
                    <a:pt x="1414904" y="671"/>
                    <a:pt x="1421284" y="491"/>
                    <a:pt x="1427858" y="304"/>
                  </a:cubicBezTo>
                  <a:cubicBezTo>
                    <a:pt x="1478485" y="587"/>
                    <a:pt x="1509876" y="16227"/>
                    <a:pt x="1547074" y="49826"/>
                  </a:cubicBezTo>
                  <a:cubicBezTo>
                    <a:pt x="1558778" y="74610"/>
                    <a:pt x="1563136" y="97783"/>
                    <a:pt x="1560887" y="125170"/>
                  </a:cubicBezTo>
                  <a:cubicBezTo>
                    <a:pt x="1546883" y="160430"/>
                    <a:pt x="1524748" y="183838"/>
                    <a:pt x="1493915" y="205537"/>
                  </a:cubicBezTo>
                  <a:cubicBezTo>
                    <a:pt x="1474189" y="213543"/>
                    <a:pt x="1474189" y="213543"/>
                    <a:pt x="1452894" y="219769"/>
                  </a:cubicBezTo>
                  <a:cubicBezTo>
                    <a:pt x="1442508" y="222903"/>
                    <a:pt x="1442508" y="222903"/>
                    <a:pt x="1431913" y="226100"/>
                  </a:cubicBezTo>
                  <a:cubicBezTo>
                    <a:pt x="1362264" y="243403"/>
                    <a:pt x="1297201" y="247256"/>
                    <a:pt x="1225788" y="247672"/>
                  </a:cubicBezTo>
                  <a:cubicBezTo>
                    <a:pt x="961095" y="249780"/>
                    <a:pt x="677395" y="270820"/>
                    <a:pt x="422352" y="346180"/>
                  </a:cubicBezTo>
                  <a:cubicBezTo>
                    <a:pt x="415649" y="348143"/>
                    <a:pt x="408947" y="350106"/>
                    <a:pt x="402041" y="352128"/>
                  </a:cubicBezTo>
                  <a:cubicBezTo>
                    <a:pt x="378786" y="358988"/>
                    <a:pt x="355566" y="365953"/>
                    <a:pt x="332357" y="372969"/>
                  </a:cubicBezTo>
                  <a:cubicBezTo>
                    <a:pt x="324970" y="375195"/>
                    <a:pt x="317582" y="377421"/>
                    <a:pt x="309970" y="379714"/>
                  </a:cubicBezTo>
                  <a:cubicBezTo>
                    <a:pt x="272494" y="391285"/>
                    <a:pt x="236553" y="403966"/>
                    <a:pt x="200981" y="420507"/>
                  </a:cubicBezTo>
                  <a:cubicBezTo>
                    <a:pt x="183258" y="428720"/>
                    <a:pt x="165098" y="435717"/>
                    <a:pt x="146927" y="442872"/>
                  </a:cubicBezTo>
                  <a:cubicBezTo>
                    <a:pt x="114331" y="456335"/>
                    <a:pt x="87978" y="471201"/>
                    <a:pt x="60700" y="493520"/>
                  </a:cubicBezTo>
                  <a:cubicBezTo>
                    <a:pt x="60700" y="495730"/>
                    <a:pt x="60700" y="497940"/>
                    <a:pt x="60700" y="500217"/>
                  </a:cubicBezTo>
                  <a:cubicBezTo>
                    <a:pt x="30863" y="506847"/>
                    <a:pt x="30863" y="506847"/>
                    <a:pt x="424" y="513612"/>
                  </a:cubicBezTo>
                  <a:cubicBezTo>
                    <a:pt x="13851" y="379949"/>
                    <a:pt x="70498" y="248079"/>
                    <a:pt x="171623" y="156511"/>
                  </a:cubicBezTo>
                  <a:cubicBezTo>
                    <a:pt x="265870" y="84984"/>
                    <a:pt x="378435" y="30258"/>
                    <a:pt x="498115" y="30153"/>
                  </a:cubicBezTo>
                  <a:cubicBezTo>
                    <a:pt x="502945" y="30071"/>
                    <a:pt x="507775" y="29989"/>
                    <a:pt x="512752" y="29904"/>
                  </a:cubicBezTo>
                  <a:cubicBezTo>
                    <a:pt x="566141" y="29761"/>
                    <a:pt x="612728" y="40514"/>
                    <a:pt x="656756" y="71592"/>
                  </a:cubicBezTo>
                  <a:cubicBezTo>
                    <a:pt x="673962" y="94712"/>
                    <a:pt x="678481" y="112852"/>
                    <a:pt x="677267" y="141076"/>
                  </a:cubicBezTo>
                  <a:cubicBezTo>
                    <a:pt x="670531" y="184966"/>
                    <a:pt x="643434" y="213387"/>
                    <a:pt x="611550" y="242372"/>
                  </a:cubicBezTo>
                  <a:cubicBezTo>
                    <a:pt x="596481" y="252418"/>
                    <a:pt x="596481" y="252418"/>
                    <a:pt x="583086" y="252418"/>
                  </a:cubicBezTo>
                  <a:cubicBezTo>
                    <a:pt x="583086" y="256838"/>
                    <a:pt x="583086" y="261259"/>
                    <a:pt x="583086" y="265813"/>
                  </a:cubicBezTo>
                  <a:cubicBezTo>
                    <a:pt x="627858" y="248579"/>
                    <a:pt x="671538" y="229463"/>
                    <a:pt x="715132" y="209452"/>
                  </a:cubicBezTo>
                  <a:cubicBezTo>
                    <a:pt x="931356" y="110426"/>
                    <a:pt x="1167271" y="4992"/>
                    <a:pt x="1408524" y="852"/>
                  </a:cubicBezTo>
                  <a:close/>
                </a:path>
              </a:pathLst>
            </a:custGeom>
            <a:solidFill>
              <a:srgbClr val="EC7C2B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922DD62-AA06-08CE-B4D0-72E39FD91981}"/>
                </a:ext>
              </a:extLst>
            </p:cNvPr>
            <p:cNvSpPr/>
            <p:nvPr/>
          </p:nvSpPr>
          <p:spPr>
            <a:xfrm>
              <a:off x="10234572" y="4532784"/>
              <a:ext cx="775064" cy="116955"/>
            </a:xfrm>
            <a:custGeom>
              <a:avLst/>
              <a:gdLst>
                <a:gd name="csX0" fmla="*/ 1361474 w 1734591"/>
                <a:gd name="csY0" fmla="*/ 382 h 257730"/>
                <a:gd name="csX1" fmla="*/ 1488414 w 1734591"/>
                <a:gd name="csY1" fmla="*/ 1045 h 257730"/>
                <a:gd name="csX2" fmla="*/ 1734592 w 1734591"/>
                <a:gd name="csY2" fmla="*/ 2679 h 257730"/>
                <a:gd name="csX3" fmla="*/ 1734592 w 1734591"/>
                <a:gd name="csY3" fmla="*/ 16074 h 257730"/>
                <a:gd name="csX4" fmla="*/ 1717902 w 1734591"/>
                <a:gd name="csY4" fmla="*/ 17594 h 257730"/>
                <a:gd name="csX5" fmla="*/ 1491146 w 1734591"/>
                <a:gd name="csY5" fmla="*/ 159134 h 257730"/>
                <a:gd name="csX6" fmla="*/ 1463219 w 1734591"/>
                <a:gd name="csY6" fmla="*/ 195748 h 257730"/>
                <a:gd name="csX7" fmla="*/ 1419820 w 1734591"/>
                <a:gd name="csY7" fmla="*/ 243781 h 257730"/>
                <a:gd name="csX8" fmla="*/ 1473399 w 1734591"/>
                <a:gd name="csY8" fmla="*/ 250478 h 257730"/>
                <a:gd name="csX9" fmla="*/ 1473399 w 1734591"/>
                <a:gd name="csY9" fmla="*/ 257176 h 257730"/>
                <a:gd name="csX10" fmla="*/ 1100629 w 1734591"/>
                <a:gd name="csY10" fmla="*/ 247625 h 257730"/>
                <a:gd name="csX11" fmla="*/ 909743 w 1734591"/>
                <a:gd name="csY11" fmla="*/ 235852 h 257730"/>
                <a:gd name="csX12" fmla="*/ 879934 w 1734591"/>
                <a:gd name="csY12" fmla="*/ 234264 h 257730"/>
                <a:gd name="csX13" fmla="*/ 840172 w 1734591"/>
                <a:gd name="csY13" fmla="*/ 232161 h 257730"/>
                <a:gd name="csX14" fmla="*/ 789501 w 1734591"/>
                <a:gd name="csY14" fmla="*/ 228746 h 257730"/>
                <a:gd name="csX15" fmla="*/ 618580 w 1734591"/>
                <a:gd name="csY15" fmla="*/ 222330 h 257730"/>
                <a:gd name="csX16" fmla="*/ 604971 w 1734591"/>
                <a:gd name="csY16" fmla="*/ 222269 h 257730"/>
                <a:gd name="csX17" fmla="*/ 533477 w 1734591"/>
                <a:gd name="csY17" fmla="*/ 222082 h 257730"/>
                <a:gd name="csX18" fmla="*/ 475767 w 1734591"/>
                <a:gd name="csY18" fmla="*/ 221807 h 257730"/>
                <a:gd name="csX19" fmla="*/ 73074 w 1734591"/>
                <a:gd name="csY19" fmla="*/ 247739 h 257730"/>
                <a:gd name="csX20" fmla="*/ 0 w 1734591"/>
                <a:gd name="csY20" fmla="*/ 250478 h 257730"/>
                <a:gd name="csX21" fmla="*/ 149383 w 1734591"/>
                <a:gd name="csY21" fmla="*/ 172415 h 257730"/>
                <a:gd name="csX22" fmla="*/ 203376 w 1734591"/>
                <a:gd name="csY22" fmla="*/ 150200 h 257730"/>
                <a:gd name="csX23" fmla="*/ 296354 w 1734591"/>
                <a:gd name="csY23" fmla="*/ 116955 h 257730"/>
                <a:gd name="csX24" fmla="*/ 313861 w 1734591"/>
                <a:gd name="csY24" fmla="*/ 111798 h 257730"/>
                <a:gd name="csX25" fmla="*/ 1361474 w 1734591"/>
                <a:gd name="csY25" fmla="*/ 382 h 257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734591" h="257730">
                  <a:moveTo>
                    <a:pt x="1361474" y="382"/>
                  </a:moveTo>
                  <a:cubicBezTo>
                    <a:pt x="1403787" y="731"/>
                    <a:pt x="1446101" y="878"/>
                    <a:pt x="1488414" y="1045"/>
                  </a:cubicBezTo>
                  <a:cubicBezTo>
                    <a:pt x="1570475" y="1394"/>
                    <a:pt x="1652530" y="1963"/>
                    <a:pt x="1734592" y="2679"/>
                  </a:cubicBezTo>
                  <a:cubicBezTo>
                    <a:pt x="1734592" y="7100"/>
                    <a:pt x="1734592" y="11520"/>
                    <a:pt x="1734592" y="16074"/>
                  </a:cubicBezTo>
                  <a:cubicBezTo>
                    <a:pt x="1729087" y="16576"/>
                    <a:pt x="1723575" y="17079"/>
                    <a:pt x="1717902" y="17594"/>
                  </a:cubicBezTo>
                  <a:cubicBezTo>
                    <a:pt x="1618642" y="29281"/>
                    <a:pt x="1551984" y="82122"/>
                    <a:pt x="1491146" y="159134"/>
                  </a:cubicBezTo>
                  <a:cubicBezTo>
                    <a:pt x="1481750" y="171277"/>
                    <a:pt x="1472481" y="183506"/>
                    <a:pt x="1463219" y="195748"/>
                  </a:cubicBezTo>
                  <a:cubicBezTo>
                    <a:pt x="1449945" y="213161"/>
                    <a:pt x="1435793" y="228739"/>
                    <a:pt x="1419820" y="243781"/>
                  </a:cubicBezTo>
                  <a:cubicBezTo>
                    <a:pt x="1437501" y="245991"/>
                    <a:pt x="1455182" y="248201"/>
                    <a:pt x="1473399" y="250478"/>
                  </a:cubicBezTo>
                  <a:cubicBezTo>
                    <a:pt x="1473399" y="252688"/>
                    <a:pt x="1473399" y="254899"/>
                    <a:pt x="1473399" y="257176"/>
                  </a:cubicBezTo>
                  <a:cubicBezTo>
                    <a:pt x="1348615" y="258609"/>
                    <a:pt x="1225091" y="257865"/>
                    <a:pt x="1100629" y="247625"/>
                  </a:cubicBezTo>
                  <a:cubicBezTo>
                    <a:pt x="1037072" y="242421"/>
                    <a:pt x="973414" y="239227"/>
                    <a:pt x="909743" y="235852"/>
                  </a:cubicBezTo>
                  <a:cubicBezTo>
                    <a:pt x="899804" y="235322"/>
                    <a:pt x="889872" y="234793"/>
                    <a:pt x="879934" y="234264"/>
                  </a:cubicBezTo>
                  <a:cubicBezTo>
                    <a:pt x="866680" y="233554"/>
                    <a:pt x="853426" y="232858"/>
                    <a:pt x="840172" y="232161"/>
                  </a:cubicBezTo>
                  <a:cubicBezTo>
                    <a:pt x="823255" y="231230"/>
                    <a:pt x="806391" y="230072"/>
                    <a:pt x="789501" y="228746"/>
                  </a:cubicBezTo>
                  <a:cubicBezTo>
                    <a:pt x="732447" y="224299"/>
                    <a:pt x="675794" y="222524"/>
                    <a:pt x="618580" y="222330"/>
                  </a:cubicBezTo>
                  <a:cubicBezTo>
                    <a:pt x="611842" y="222303"/>
                    <a:pt x="611842" y="222303"/>
                    <a:pt x="604971" y="222269"/>
                  </a:cubicBezTo>
                  <a:cubicBezTo>
                    <a:pt x="581142" y="222169"/>
                    <a:pt x="557306" y="222109"/>
                    <a:pt x="533477" y="222082"/>
                  </a:cubicBezTo>
                  <a:cubicBezTo>
                    <a:pt x="514236" y="222048"/>
                    <a:pt x="495002" y="221961"/>
                    <a:pt x="475767" y="221807"/>
                  </a:cubicBezTo>
                  <a:cubicBezTo>
                    <a:pt x="339853" y="220742"/>
                    <a:pt x="207850" y="228150"/>
                    <a:pt x="73074" y="247739"/>
                  </a:cubicBezTo>
                  <a:cubicBezTo>
                    <a:pt x="48327" y="251215"/>
                    <a:pt x="24954" y="250914"/>
                    <a:pt x="0" y="250478"/>
                  </a:cubicBezTo>
                  <a:cubicBezTo>
                    <a:pt x="46332" y="211172"/>
                    <a:pt x="92248" y="191676"/>
                    <a:pt x="149383" y="172415"/>
                  </a:cubicBezTo>
                  <a:cubicBezTo>
                    <a:pt x="167988" y="165644"/>
                    <a:pt x="185441" y="158438"/>
                    <a:pt x="203376" y="150200"/>
                  </a:cubicBezTo>
                  <a:cubicBezTo>
                    <a:pt x="233728" y="136497"/>
                    <a:pt x="264421" y="126284"/>
                    <a:pt x="296354" y="116955"/>
                  </a:cubicBezTo>
                  <a:cubicBezTo>
                    <a:pt x="302134" y="115254"/>
                    <a:pt x="307914" y="113553"/>
                    <a:pt x="313861" y="111798"/>
                  </a:cubicBezTo>
                  <a:cubicBezTo>
                    <a:pt x="655006" y="13100"/>
                    <a:pt x="1008441" y="-2879"/>
                    <a:pt x="1361474" y="382"/>
                  </a:cubicBezTo>
                  <a:close/>
                </a:path>
              </a:pathLst>
            </a:custGeom>
            <a:solidFill>
              <a:srgbClr val="E85928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FB084E0-C34B-9931-34D8-7B8089F5791F}"/>
                </a:ext>
              </a:extLst>
            </p:cNvPr>
            <p:cNvSpPr/>
            <p:nvPr/>
          </p:nvSpPr>
          <p:spPr>
            <a:xfrm>
              <a:off x="10209228" y="4436064"/>
              <a:ext cx="302515" cy="219501"/>
            </a:xfrm>
            <a:custGeom>
              <a:avLst/>
              <a:gdLst>
                <a:gd name="csX0" fmla="*/ 497979 w 677027"/>
                <a:gd name="csY0" fmla="*/ 559 h 483708"/>
                <a:gd name="csX1" fmla="*/ 512616 w 677027"/>
                <a:gd name="csY1" fmla="*/ 310 h 483708"/>
                <a:gd name="csX2" fmla="*/ 656620 w 677027"/>
                <a:gd name="csY2" fmla="*/ 41998 h 483708"/>
                <a:gd name="csX3" fmla="*/ 677131 w 677027"/>
                <a:gd name="csY3" fmla="*/ 111482 h 483708"/>
                <a:gd name="csX4" fmla="*/ 616123 w 677027"/>
                <a:gd name="csY4" fmla="*/ 207128 h 483708"/>
                <a:gd name="csX5" fmla="*/ 569556 w 677027"/>
                <a:gd name="csY5" fmla="*/ 236219 h 483708"/>
                <a:gd name="csX6" fmla="*/ 554566 w 677027"/>
                <a:gd name="csY6" fmla="*/ 244957 h 483708"/>
                <a:gd name="csX7" fmla="*/ 412870 w 677027"/>
                <a:gd name="csY7" fmla="*/ 297884 h 483708"/>
                <a:gd name="csX8" fmla="*/ 26633 w 677027"/>
                <a:gd name="csY8" fmla="*/ 474652 h 483708"/>
                <a:gd name="csX9" fmla="*/ 288 w 677027"/>
                <a:gd name="csY9" fmla="*/ 484018 h 483708"/>
                <a:gd name="csX10" fmla="*/ 171487 w 677027"/>
                <a:gd name="csY10" fmla="*/ 126917 h 483708"/>
                <a:gd name="csX11" fmla="*/ 497979 w 677027"/>
                <a:gd name="csY11" fmla="*/ 559 h 483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77027" h="483708">
                  <a:moveTo>
                    <a:pt x="497979" y="559"/>
                  </a:moveTo>
                  <a:cubicBezTo>
                    <a:pt x="502809" y="477"/>
                    <a:pt x="507639" y="395"/>
                    <a:pt x="512616" y="310"/>
                  </a:cubicBezTo>
                  <a:cubicBezTo>
                    <a:pt x="566006" y="167"/>
                    <a:pt x="612592" y="10920"/>
                    <a:pt x="656620" y="41998"/>
                  </a:cubicBezTo>
                  <a:cubicBezTo>
                    <a:pt x="673826" y="65118"/>
                    <a:pt x="678345" y="83258"/>
                    <a:pt x="677131" y="111482"/>
                  </a:cubicBezTo>
                  <a:cubicBezTo>
                    <a:pt x="670495" y="153041"/>
                    <a:pt x="648349" y="181052"/>
                    <a:pt x="616123" y="207128"/>
                  </a:cubicBezTo>
                  <a:cubicBezTo>
                    <a:pt x="600973" y="217658"/>
                    <a:pt x="585577" y="227072"/>
                    <a:pt x="569556" y="236219"/>
                  </a:cubicBezTo>
                  <a:cubicBezTo>
                    <a:pt x="564609" y="239102"/>
                    <a:pt x="559662" y="241986"/>
                    <a:pt x="554566" y="244957"/>
                  </a:cubicBezTo>
                  <a:cubicBezTo>
                    <a:pt x="509554" y="269316"/>
                    <a:pt x="461613" y="283134"/>
                    <a:pt x="412870" y="297884"/>
                  </a:cubicBezTo>
                  <a:cubicBezTo>
                    <a:pt x="274264" y="340058"/>
                    <a:pt x="141636" y="383870"/>
                    <a:pt x="26633" y="474652"/>
                  </a:cubicBezTo>
                  <a:cubicBezTo>
                    <a:pt x="13683" y="484018"/>
                    <a:pt x="13683" y="484018"/>
                    <a:pt x="288" y="484018"/>
                  </a:cubicBezTo>
                  <a:cubicBezTo>
                    <a:pt x="13715" y="350355"/>
                    <a:pt x="70362" y="218485"/>
                    <a:pt x="171487" y="126917"/>
                  </a:cubicBezTo>
                  <a:cubicBezTo>
                    <a:pt x="265734" y="55390"/>
                    <a:pt x="378299" y="664"/>
                    <a:pt x="497979" y="559"/>
                  </a:cubicBezTo>
                  <a:close/>
                </a:path>
              </a:pathLst>
            </a:custGeom>
            <a:solidFill>
              <a:srgbClr val="030201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1EE9B09-8E21-25CD-BE83-91E985E57477}"/>
                </a:ext>
              </a:extLst>
            </p:cNvPr>
            <p:cNvSpPr/>
            <p:nvPr/>
          </p:nvSpPr>
          <p:spPr>
            <a:xfrm>
              <a:off x="10233168" y="4536877"/>
              <a:ext cx="481797" cy="109689"/>
            </a:xfrm>
            <a:custGeom>
              <a:avLst/>
              <a:gdLst>
                <a:gd name="csX0" fmla="*/ 1025057 w 1078259"/>
                <a:gd name="csY0" fmla="*/ 699 h 241718"/>
                <a:gd name="csX1" fmla="*/ 1025057 w 1078259"/>
                <a:gd name="csY1" fmla="*/ 7397 h 241718"/>
                <a:gd name="csX2" fmla="*/ 938829 w 1078259"/>
                <a:gd name="csY2" fmla="*/ 17443 h 241718"/>
                <a:gd name="csX3" fmla="*/ 914395 w 1078259"/>
                <a:gd name="csY3" fmla="*/ 20346 h 241718"/>
                <a:gd name="csX4" fmla="*/ 777258 w 1078259"/>
                <a:gd name="csY4" fmla="*/ 27488 h 241718"/>
                <a:gd name="csX5" fmla="*/ 1022728 w 1078259"/>
                <a:gd name="csY5" fmla="*/ 207216 h 241718"/>
                <a:gd name="csX6" fmla="*/ 1078635 w 1078259"/>
                <a:gd name="csY6" fmla="*/ 221709 h 241718"/>
                <a:gd name="csX7" fmla="*/ 1078635 w 1078259"/>
                <a:gd name="csY7" fmla="*/ 228406 h 241718"/>
                <a:gd name="csX8" fmla="*/ 1003291 w 1078259"/>
                <a:gd name="csY8" fmla="*/ 229244 h 241718"/>
                <a:gd name="csX9" fmla="*/ 982885 w 1078259"/>
                <a:gd name="csY9" fmla="*/ 229584 h 241718"/>
                <a:gd name="csX10" fmla="*/ 841737 w 1078259"/>
                <a:gd name="csY10" fmla="*/ 223657 h 241718"/>
                <a:gd name="csX11" fmla="*/ 526779 w 1078259"/>
                <a:gd name="csY11" fmla="*/ 212898 h 241718"/>
                <a:gd name="csX12" fmla="*/ 470990 w 1078259"/>
                <a:gd name="csY12" fmla="*/ 212760 h 241718"/>
                <a:gd name="csX13" fmla="*/ 73427 w 1078259"/>
                <a:gd name="csY13" fmla="*/ 239057 h 241718"/>
                <a:gd name="csX14" fmla="*/ 375 w 1078259"/>
                <a:gd name="csY14" fmla="*/ 241801 h 241718"/>
                <a:gd name="csX15" fmla="*/ 149755 w 1078259"/>
                <a:gd name="csY15" fmla="*/ 163736 h 241718"/>
                <a:gd name="csX16" fmla="*/ 203752 w 1078259"/>
                <a:gd name="csY16" fmla="*/ 141525 h 241718"/>
                <a:gd name="csX17" fmla="*/ 296729 w 1078259"/>
                <a:gd name="csY17" fmla="*/ 108274 h 241718"/>
                <a:gd name="csX18" fmla="*/ 314239 w 1078259"/>
                <a:gd name="csY18" fmla="*/ 103124 h 241718"/>
                <a:gd name="csX19" fmla="*/ 801117 w 1078259"/>
                <a:gd name="csY19" fmla="*/ 12420 h 241718"/>
                <a:gd name="csX20" fmla="*/ 816345 w 1078259"/>
                <a:gd name="csY20" fmla="*/ 10613 h 241718"/>
                <a:gd name="csX21" fmla="*/ 1025057 w 1078259"/>
                <a:gd name="csY21" fmla="*/ 699 h 24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078259" h="241718">
                  <a:moveTo>
                    <a:pt x="1025057" y="699"/>
                  </a:moveTo>
                  <a:cubicBezTo>
                    <a:pt x="1025057" y="2909"/>
                    <a:pt x="1025057" y="5120"/>
                    <a:pt x="1025057" y="7397"/>
                  </a:cubicBezTo>
                  <a:cubicBezTo>
                    <a:pt x="996321" y="10808"/>
                    <a:pt x="967577" y="14132"/>
                    <a:pt x="938829" y="17443"/>
                  </a:cubicBezTo>
                  <a:cubicBezTo>
                    <a:pt x="930766" y="18401"/>
                    <a:pt x="922703" y="19359"/>
                    <a:pt x="914395" y="20346"/>
                  </a:cubicBezTo>
                  <a:cubicBezTo>
                    <a:pt x="868439" y="25591"/>
                    <a:pt x="823515" y="28931"/>
                    <a:pt x="777258" y="27488"/>
                  </a:cubicBezTo>
                  <a:cubicBezTo>
                    <a:pt x="823999" y="125036"/>
                    <a:pt x="927010" y="169573"/>
                    <a:pt x="1022728" y="207216"/>
                  </a:cubicBezTo>
                  <a:cubicBezTo>
                    <a:pt x="1041502" y="213744"/>
                    <a:pt x="1059068" y="218516"/>
                    <a:pt x="1078635" y="221709"/>
                  </a:cubicBezTo>
                  <a:cubicBezTo>
                    <a:pt x="1078635" y="223919"/>
                    <a:pt x="1078635" y="226129"/>
                    <a:pt x="1078635" y="228406"/>
                  </a:cubicBezTo>
                  <a:cubicBezTo>
                    <a:pt x="1053521" y="228817"/>
                    <a:pt x="1028407" y="229040"/>
                    <a:pt x="1003291" y="229244"/>
                  </a:cubicBezTo>
                  <a:cubicBezTo>
                    <a:pt x="996557" y="229356"/>
                    <a:pt x="989823" y="229468"/>
                    <a:pt x="982885" y="229584"/>
                  </a:cubicBezTo>
                  <a:cubicBezTo>
                    <a:pt x="935521" y="229866"/>
                    <a:pt x="888933" y="227408"/>
                    <a:pt x="841737" y="223657"/>
                  </a:cubicBezTo>
                  <a:cubicBezTo>
                    <a:pt x="736653" y="215309"/>
                    <a:pt x="632119" y="212706"/>
                    <a:pt x="526779" y="212898"/>
                  </a:cubicBezTo>
                  <a:cubicBezTo>
                    <a:pt x="508182" y="212929"/>
                    <a:pt x="489587" y="212882"/>
                    <a:pt x="470990" y="212760"/>
                  </a:cubicBezTo>
                  <a:cubicBezTo>
                    <a:pt x="337074" y="211894"/>
                    <a:pt x="206088" y="219773"/>
                    <a:pt x="73427" y="239057"/>
                  </a:cubicBezTo>
                  <a:cubicBezTo>
                    <a:pt x="48688" y="242543"/>
                    <a:pt x="25320" y="242239"/>
                    <a:pt x="375" y="241801"/>
                  </a:cubicBezTo>
                  <a:cubicBezTo>
                    <a:pt x="46704" y="202492"/>
                    <a:pt x="92627" y="182996"/>
                    <a:pt x="149755" y="163736"/>
                  </a:cubicBezTo>
                  <a:cubicBezTo>
                    <a:pt x="168366" y="156969"/>
                    <a:pt x="185813" y="149758"/>
                    <a:pt x="203752" y="141525"/>
                  </a:cubicBezTo>
                  <a:cubicBezTo>
                    <a:pt x="234104" y="127823"/>
                    <a:pt x="264794" y="117609"/>
                    <a:pt x="296729" y="108274"/>
                  </a:cubicBezTo>
                  <a:cubicBezTo>
                    <a:pt x="302507" y="106575"/>
                    <a:pt x="308286" y="104875"/>
                    <a:pt x="314239" y="103124"/>
                  </a:cubicBezTo>
                  <a:cubicBezTo>
                    <a:pt x="474211" y="56839"/>
                    <a:pt x="635939" y="31484"/>
                    <a:pt x="801117" y="12420"/>
                  </a:cubicBezTo>
                  <a:cubicBezTo>
                    <a:pt x="806142" y="11823"/>
                    <a:pt x="811167" y="11227"/>
                    <a:pt x="816345" y="10613"/>
                  </a:cubicBezTo>
                  <a:cubicBezTo>
                    <a:pt x="886215" y="2401"/>
                    <a:pt x="954716" y="-800"/>
                    <a:pt x="1025057" y="699"/>
                  </a:cubicBezTo>
                  <a:close/>
                </a:path>
              </a:pathLst>
            </a:custGeom>
            <a:solidFill>
              <a:srgbClr val="D63233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AB67903-E8E3-9569-416C-8F90BD3890DA}"/>
                </a:ext>
              </a:extLst>
            </p:cNvPr>
            <p:cNvSpPr/>
            <p:nvPr/>
          </p:nvSpPr>
          <p:spPr>
            <a:xfrm>
              <a:off x="11016779" y="4351855"/>
              <a:ext cx="145153" cy="191465"/>
            </a:xfrm>
            <a:custGeom>
              <a:avLst/>
              <a:gdLst>
                <a:gd name="csX0" fmla="*/ 1877 w 324852"/>
                <a:gd name="csY0" fmla="*/ 0 h 421927"/>
                <a:gd name="csX1" fmla="*/ 169308 w 324852"/>
                <a:gd name="csY1" fmla="*/ 53578 h 421927"/>
                <a:gd name="csX2" fmla="*/ 185683 w 324852"/>
                <a:gd name="csY2" fmla="*/ 60175 h 421927"/>
                <a:gd name="csX3" fmla="*/ 310366 w 324852"/>
                <a:gd name="csY3" fmla="*/ 161156 h 421927"/>
                <a:gd name="csX4" fmla="*/ 316226 w 324852"/>
                <a:gd name="csY4" fmla="*/ 282122 h 421927"/>
                <a:gd name="csX5" fmla="*/ 75547 w 324852"/>
                <a:gd name="csY5" fmla="*/ 415230 h 421927"/>
                <a:gd name="csX6" fmla="*/ 21969 w 324852"/>
                <a:gd name="csY6" fmla="*/ 421928 h 421927"/>
                <a:gd name="csX7" fmla="*/ 20971 w 324852"/>
                <a:gd name="csY7" fmla="*/ 402305 h 421927"/>
                <a:gd name="csX8" fmla="*/ 19457 w 324852"/>
                <a:gd name="csY8" fmla="*/ 375884 h 421927"/>
                <a:gd name="csX9" fmla="*/ 18044 w 324852"/>
                <a:gd name="csY9" fmla="*/ 349986 h 421927"/>
                <a:gd name="csX10" fmla="*/ 8360 w 324852"/>
                <a:gd name="csY10" fmla="*/ 292798 h 421927"/>
                <a:gd name="csX11" fmla="*/ 1040 w 324852"/>
                <a:gd name="csY11" fmla="*/ 123062 h 421927"/>
                <a:gd name="csX12" fmla="*/ 1221 w 324852"/>
                <a:gd name="csY12" fmla="*/ 87199 h 421927"/>
                <a:gd name="csX13" fmla="*/ 1877 w 324852"/>
                <a:gd name="csY13" fmla="*/ 0 h 4219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24852" h="421927">
                  <a:moveTo>
                    <a:pt x="1877" y="0"/>
                  </a:moveTo>
                  <a:cubicBezTo>
                    <a:pt x="60686" y="8968"/>
                    <a:pt x="114398" y="31250"/>
                    <a:pt x="169308" y="53578"/>
                  </a:cubicBezTo>
                  <a:cubicBezTo>
                    <a:pt x="177412" y="56846"/>
                    <a:pt x="177412" y="56846"/>
                    <a:pt x="185683" y="60175"/>
                  </a:cubicBezTo>
                  <a:cubicBezTo>
                    <a:pt x="240494" y="83046"/>
                    <a:pt x="286705" y="103861"/>
                    <a:pt x="310366" y="161156"/>
                  </a:cubicBezTo>
                  <a:cubicBezTo>
                    <a:pt x="324766" y="205144"/>
                    <a:pt x="331369" y="237592"/>
                    <a:pt x="316226" y="282122"/>
                  </a:cubicBezTo>
                  <a:cubicBezTo>
                    <a:pt x="264557" y="358799"/>
                    <a:pt x="161942" y="394295"/>
                    <a:pt x="75547" y="415230"/>
                  </a:cubicBezTo>
                  <a:cubicBezTo>
                    <a:pt x="57545" y="418432"/>
                    <a:pt x="40212" y="420495"/>
                    <a:pt x="21969" y="421928"/>
                  </a:cubicBezTo>
                  <a:cubicBezTo>
                    <a:pt x="21473" y="412217"/>
                    <a:pt x="21473" y="412217"/>
                    <a:pt x="20971" y="402305"/>
                  </a:cubicBezTo>
                  <a:cubicBezTo>
                    <a:pt x="20468" y="393585"/>
                    <a:pt x="19973" y="384865"/>
                    <a:pt x="19457" y="375884"/>
                  </a:cubicBezTo>
                  <a:cubicBezTo>
                    <a:pt x="18988" y="367338"/>
                    <a:pt x="18520" y="358793"/>
                    <a:pt x="18044" y="349986"/>
                  </a:cubicBezTo>
                  <a:cubicBezTo>
                    <a:pt x="16577" y="330182"/>
                    <a:pt x="13108" y="312053"/>
                    <a:pt x="8360" y="292798"/>
                  </a:cubicBezTo>
                  <a:cubicBezTo>
                    <a:pt x="-3347" y="237224"/>
                    <a:pt x="484" y="179547"/>
                    <a:pt x="1040" y="123062"/>
                  </a:cubicBezTo>
                  <a:cubicBezTo>
                    <a:pt x="1107" y="111108"/>
                    <a:pt x="1167" y="99153"/>
                    <a:pt x="1221" y="87199"/>
                  </a:cubicBezTo>
                  <a:cubicBezTo>
                    <a:pt x="1368" y="58132"/>
                    <a:pt x="1596" y="29066"/>
                    <a:pt x="1877" y="0"/>
                  </a:cubicBezTo>
                  <a:close/>
                </a:path>
              </a:pathLst>
            </a:custGeom>
            <a:solidFill>
              <a:srgbClr val="E87F2E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7F54E0-FF34-B722-EEFB-2D9D4CCF4B6C}"/>
                </a:ext>
              </a:extLst>
            </p:cNvPr>
            <p:cNvSpPr/>
            <p:nvPr/>
          </p:nvSpPr>
          <p:spPr>
            <a:xfrm>
              <a:off x="11178807" y="4919971"/>
              <a:ext cx="574565" cy="449792"/>
            </a:xfrm>
            <a:custGeom>
              <a:avLst/>
              <a:gdLst>
                <a:gd name="csX0" fmla="*/ 538 w 1285875"/>
                <a:gd name="csY0" fmla="*/ 468 h 991195"/>
                <a:gd name="csX1" fmla="*/ 28364 w 1285875"/>
                <a:gd name="csY1" fmla="*/ 47687 h 991195"/>
                <a:gd name="csX2" fmla="*/ 288520 w 1285875"/>
                <a:gd name="csY2" fmla="*/ 422396 h 991195"/>
                <a:gd name="csX3" fmla="*/ 302281 w 1285875"/>
                <a:gd name="csY3" fmla="*/ 436788 h 991195"/>
                <a:gd name="csX4" fmla="*/ 529622 w 1285875"/>
                <a:gd name="csY4" fmla="*/ 636708 h 991195"/>
                <a:gd name="csX5" fmla="*/ 544452 w 1285875"/>
                <a:gd name="csY5" fmla="*/ 647081 h 991195"/>
                <a:gd name="csX6" fmla="*/ 650173 w 1285875"/>
                <a:gd name="csY6" fmla="*/ 717075 h 991195"/>
                <a:gd name="csX7" fmla="*/ 663858 w 1285875"/>
                <a:gd name="csY7" fmla="*/ 725777 h 991195"/>
                <a:gd name="csX8" fmla="*/ 1286413 w 1285875"/>
                <a:gd name="csY8" fmla="*/ 978269 h 991195"/>
                <a:gd name="csX9" fmla="*/ 1286413 w 1285875"/>
                <a:gd name="csY9" fmla="*/ 984966 h 991195"/>
                <a:gd name="csX10" fmla="*/ 1206046 w 1285875"/>
                <a:gd name="csY10" fmla="*/ 991663 h 991195"/>
                <a:gd name="csX11" fmla="*/ 1206046 w 1285875"/>
                <a:gd name="csY11" fmla="*/ 978269 h 991195"/>
                <a:gd name="csX12" fmla="*/ 1187550 w 1285875"/>
                <a:gd name="csY12" fmla="*/ 976516 h 991195"/>
                <a:gd name="csX13" fmla="*/ 372089 w 1285875"/>
                <a:gd name="csY13" fmla="*/ 598389 h 991195"/>
                <a:gd name="csX14" fmla="*/ 344950 w 1285875"/>
                <a:gd name="csY14" fmla="*/ 575125 h 991195"/>
                <a:gd name="csX15" fmla="*/ 255034 w 1285875"/>
                <a:gd name="csY15" fmla="*/ 482671 h 991195"/>
                <a:gd name="csX16" fmla="*/ 238343 w 1285875"/>
                <a:gd name="csY16" fmla="*/ 463940 h 991195"/>
                <a:gd name="csX17" fmla="*/ 538 w 1285875"/>
                <a:gd name="csY17" fmla="*/ 468 h 991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85875" h="991195">
                  <a:moveTo>
                    <a:pt x="538" y="468"/>
                  </a:moveTo>
                  <a:cubicBezTo>
                    <a:pt x="15118" y="15048"/>
                    <a:pt x="20688" y="28810"/>
                    <a:pt x="28364" y="47687"/>
                  </a:cubicBezTo>
                  <a:cubicBezTo>
                    <a:pt x="86122" y="189447"/>
                    <a:pt x="182516" y="313186"/>
                    <a:pt x="288520" y="422396"/>
                  </a:cubicBezTo>
                  <a:cubicBezTo>
                    <a:pt x="295332" y="429520"/>
                    <a:pt x="295332" y="429520"/>
                    <a:pt x="302281" y="436788"/>
                  </a:cubicBezTo>
                  <a:cubicBezTo>
                    <a:pt x="373226" y="510786"/>
                    <a:pt x="445513" y="577988"/>
                    <a:pt x="529622" y="636708"/>
                  </a:cubicBezTo>
                  <a:cubicBezTo>
                    <a:pt x="534516" y="640131"/>
                    <a:pt x="539410" y="643554"/>
                    <a:pt x="544452" y="647081"/>
                  </a:cubicBezTo>
                  <a:cubicBezTo>
                    <a:pt x="579208" y="671182"/>
                    <a:pt x="614468" y="694407"/>
                    <a:pt x="650173" y="717075"/>
                  </a:cubicBezTo>
                  <a:cubicBezTo>
                    <a:pt x="654689" y="719947"/>
                    <a:pt x="659205" y="722819"/>
                    <a:pt x="663858" y="725777"/>
                  </a:cubicBezTo>
                  <a:cubicBezTo>
                    <a:pt x="855646" y="846285"/>
                    <a:pt x="1067170" y="924820"/>
                    <a:pt x="1286413" y="978269"/>
                  </a:cubicBezTo>
                  <a:cubicBezTo>
                    <a:pt x="1286413" y="980479"/>
                    <a:pt x="1286413" y="982689"/>
                    <a:pt x="1286413" y="984966"/>
                  </a:cubicBezTo>
                  <a:cubicBezTo>
                    <a:pt x="1259892" y="987176"/>
                    <a:pt x="1233371" y="989386"/>
                    <a:pt x="1206046" y="991663"/>
                  </a:cubicBezTo>
                  <a:cubicBezTo>
                    <a:pt x="1206046" y="987243"/>
                    <a:pt x="1206046" y="982823"/>
                    <a:pt x="1206046" y="978269"/>
                  </a:cubicBezTo>
                  <a:cubicBezTo>
                    <a:pt x="1199942" y="977690"/>
                    <a:pt x="1193839" y="977112"/>
                    <a:pt x="1187550" y="976516"/>
                  </a:cubicBezTo>
                  <a:cubicBezTo>
                    <a:pt x="878974" y="943049"/>
                    <a:pt x="604479" y="799528"/>
                    <a:pt x="372089" y="598389"/>
                  </a:cubicBezTo>
                  <a:cubicBezTo>
                    <a:pt x="363077" y="590594"/>
                    <a:pt x="354016" y="582856"/>
                    <a:pt x="344950" y="575125"/>
                  </a:cubicBezTo>
                  <a:cubicBezTo>
                    <a:pt x="311858" y="546471"/>
                    <a:pt x="283155" y="516143"/>
                    <a:pt x="255034" y="482671"/>
                  </a:cubicBezTo>
                  <a:cubicBezTo>
                    <a:pt x="249526" y="476490"/>
                    <a:pt x="244018" y="470308"/>
                    <a:pt x="238343" y="463940"/>
                  </a:cubicBezTo>
                  <a:cubicBezTo>
                    <a:pt x="136509" y="348885"/>
                    <a:pt x="538" y="160177"/>
                    <a:pt x="538" y="468"/>
                  </a:cubicBezTo>
                  <a:close/>
                </a:path>
              </a:pathLst>
            </a:custGeom>
            <a:solidFill>
              <a:srgbClr val="2F2E2E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5B21E66-7694-EDEB-9CDD-2AD57221C805}"/>
                </a:ext>
              </a:extLst>
            </p:cNvPr>
            <p:cNvSpPr/>
            <p:nvPr/>
          </p:nvSpPr>
          <p:spPr>
            <a:xfrm>
              <a:off x="11113570" y="5333488"/>
              <a:ext cx="165729" cy="194505"/>
            </a:xfrm>
            <a:custGeom>
              <a:avLst/>
              <a:gdLst>
                <a:gd name="csX0" fmla="*/ 270442 w 370900"/>
                <a:gd name="csY0" fmla="*/ 0 h 428625"/>
                <a:gd name="csX1" fmla="*/ 316901 w 370900"/>
                <a:gd name="csY1" fmla="*/ 22603 h 428625"/>
                <a:gd name="csX2" fmla="*/ 330282 w 370900"/>
                <a:gd name="csY2" fmla="*/ 29039 h 428625"/>
                <a:gd name="csX3" fmla="*/ 370901 w 370900"/>
                <a:gd name="csY3" fmla="*/ 60275 h 428625"/>
                <a:gd name="csX4" fmla="*/ 297231 w 370900"/>
                <a:gd name="csY4" fmla="*/ 100459 h 428625"/>
                <a:gd name="csX5" fmla="*/ 337414 w 370900"/>
                <a:gd name="csY5" fmla="*/ 154037 h 428625"/>
                <a:gd name="csX6" fmla="*/ 315153 w 370900"/>
                <a:gd name="csY6" fmla="*/ 153387 h 428625"/>
                <a:gd name="csX7" fmla="*/ 216153 w 370900"/>
                <a:gd name="csY7" fmla="*/ 173191 h 428625"/>
                <a:gd name="csX8" fmla="*/ 196772 w 370900"/>
                <a:gd name="csY8" fmla="*/ 221010 h 428625"/>
                <a:gd name="csX9" fmla="*/ 189498 w 370900"/>
                <a:gd name="csY9" fmla="*/ 240291 h 428625"/>
                <a:gd name="csX10" fmla="*/ 196772 w 370900"/>
                <a:gd name="csY10" fmla="*/ 421928 h 428625"/>
                <a:gd name="csX11" fmla="*/ 136496 w 370900"/>
                <a:gd name="csY11" fmla="*/ 401836 h 428625"/>
                <a:gd name="csX12" fmla="*/ 98402 w 370900"/>
                <a:gd name="csY12" fmla="*/ 397650 h 428625"/>
                <a:gd name="csX13" fmla="*/ 78237 w 370900"/>
                <a:gd name="csY13" fmla="*/ 396136 h 428625"/>
                <a:gd name="csX14" fmla="*/ 62826 w 370900"/>
                <a:gd name="csY14" fmla="*/ 395139 h 428625"/>
                <a:gd name="csX15" fmla="*/ 62826 w 370900"/>
                <a:gd name="csY15" fmla="*/ 428625 h 428625"/>
                <a:gd name="csX16" fmla="*/ 2551 w 370900"/>
                <a:gd name="csY16" fmla="*/ 348258 h 428625"/>
                <a:gd name="csX17" fmla="*/ 57093 w 370900"/>
                <a:gd name="csY17" fmla="*/ 146998 h 428625"/>
                <a:gd name="csX18" fmla="*/ 188815 w 370900"/>
                <a:gd name="csY18" fmla="*/ 51904 h 428625"/>
                <a:gd name="csX19" fmla="*/ 226622 w 370900"/>
                <a:gd name="csY19" fmla="*/ 30874 h 428625"/>
                <a:gd name="csX20" fmla="*/ 243358 w 370900"/>
                <a:gd name="csY20" fmla="*/ 21659 h 428625"/>
                <a:gd name="csX21" fmla="*/ 270442 w 370900"/>
                <a:gd name="csY21" fmla="*/ 0 h 428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370900" h="428625">
                  <a:moveTo>
                    <a:pt x="270442" y="0"/>
                  </a:moveTo>
                  <a:cubicBezTo>
                    <a:pt x="285952" y="7487"/>
                    <a:pt x="301436" y="15028"/>
                    <a:pt x="316901" y="22603"/>
                  </a:cubicBezTo>
                  <a:cubicBezTo>
                    <a:pt x="321321" y="24726"/>
                    <a:pt x="325734" y="26849"/>
                    <a:pt x="330282" y="29039"/>
                  </a:cubicBezTo>
                  <a:cubicBezTo>
                    <a:pt x="363447" y="45367"/>
                    <a:pt x="363447" y="45367"/>
                    <a:pt x="370901" y="60275"/>
                  </a:cubicBezTo>
                  <a:cubicBezTo>
                    <a:pt x="346589" y="73536"/>
                    <a:pt x="322278" y="86796"/>
                    <a:pt x="297231" y="100459"/>
                  </a:cubicBezTo>
                  <a:cubicBezTo>
                    <a:pt x="310491" y="118139"/>
                    <a:pt x="323752" y="135820"/>
                    <a:pt x="337414" y="154037"/>
                  </a:cubicBezTo>
                  <a:cubicBezTo>
                    <a:pt x="330067" y="153823"/>
                    <a:pt x="322721" y="153608"/>
                    <a:pt x="315153" y="153387"/>
                  </a:cubicBezTo>
                  <a:cubicBezTo>
                    <a:pt x="261956" y="151405"/>
                    <a:pt x="261956" y="151405"/>
                    <a:pt x="216153" y="173191"/>
                  </a:cubicBezTo>
                  <a:cubicBezTo>
                    <a:pt x="207481" y="189097"/>
                    <a:pt x="201788" y="203610"/>
                    <a:pt x="196772" y="221010"/>
                  </a:cubicBezTo>
                  <a:cubicBezTo>
                    <a:pt x="194374" y="227372"/>
                    <a:pt x="191970" y="233734"/>
                    <a:pt x="189498" y="240291"/>
                  </a:cubicBezTo>
                  <a:cubicBezTo>
                    <a:pt x="172427" y="298591"/>
                    <a:pt x="181810" y="363949"/>
                    <a:pt x="196772" y="421928"/>
                  </a:cubicBezTo>
                  <a:cubicBezTo>
                    <a:pt x="171757" y="418592"/>
                    <a:pt x="157847" y="416068"/>
                    <a:pt x="136496" y="401836"/>
                  </a:cubicBezTo>
                  <a:cubicBezTo>
                    <a:pt x="118152" y="398769"/>
                    <a:pt x="118152" y="398769"/>
                    <a:pt x="98402" y="397650"/>
                  </a:cubicBezTo>
                  <a:cubicBezTo>
                    <a:pt x="91752" y="397148"/>
                    <a:pt x="85095" y="396652"/>
                    <a:pt x="78237" y="396136"/>
                  </a:cubicBezTo>
                  <a:cubicBezTo>
                    <a:pt x="73147" y="395808"/>
                    <a:pt x="68063" y="395480"/>
                    <a:pt x="62826" y="395139"/>
                  </a:cubicBezTo>
                  <a:cubicBezTo>
                    <a:pt x="62826" y="406189"/>
                    <a:pt x="62826" y="417240"/>
                    <a:pt x="62826" y="428625"/>
                  </a:cubicBezTo>
                  <a:cubicBezTo>
                    <a:pt x="30901" y="407341"/>
                    <a:pt x="13374" y="384731"/>
                    <a:pt x="2551" y="348258"/>
                  </a:cubicBezTo>
                  <a:cubicBezTo>
                    <a:pt x="-7153" y="272384"/>
                    <a:pt x="10788" y="207428"/>
                    <a:pt x="57093" y="146998"/>
                  </a:cubicBezTo>
                  <a:cubicBezTo>
                    <a:pt x="96025" y="106111"/>
                    <a:pt x="139517" y="78987"/>
                    <a:pt x="188815" y="51904"/>
                  </a:cubicBezTo>
                  <a:cubicBezTo>
                    <a:pt x="201426" y="44912"/>
                    <a:pt x="214031" y="37900"/>
                    <a:pt x="226622" y="30874"/>
                  </a:cubicBezTo>
                  <a:cubicBezTo>
                    <a:pt x="232146" y="27827"/>
                    <a:pt x="237665" y="24787"/>
                    <a:pt x="243358" y="21659"/>
                  </a:cubicBezTo>
                  <a:cubicBezTo>
                    <a:pt x="257864" y="13649"/>
                    <a:pt x="257864" y="13649"/>
                    <a:pt x="270442" y="0"/>
                  </a:cubicBezTo>
                  <a:close/>
                </a:path>
              </a:pathLst>
            </a:custGeom>
            <a:solidFill>
              <a:srgbClr val="3EA0D7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880631A-3F73-4921-E7F6-FF2401AD7AC0}"/>
                </a:ext>
              </a:extLst>
            </p:cNvPr>
            <p:cNvSpPr/>
            <p:nvPr/>
          </p:nvSpPr>
          <p:spPr>
            <a:xfrm>
              <a:off x="10284041" y="4305077"/>
              <a:ext cx="631423" cy="192453"/>
            </a:xfrm>
            <a:custGeom>
              <a:avLst/>
              <a:gdLst>
                <a:gd name="csX0" fmla="*/ 1254489 w 1413123"/>
                <a:gd name="csY0" fmla="*/ 350 h 424104"/>
                <a:gd name="csX1" fmla="*/ 1273914 w 1413123"/>
                <a:gd name="csY1" fmla="*/ 275 h 424104"/>
                <a:gd name="csX2" fmla="*/ 1328682 w 1413123"/>
                <a:gd name="csY2" fmla="*/ 428 h 424104"/>
                <a:gd name="csX3" fmla="*/ 1345290 w 1413123"/>
                <a:gd name="csY3" fmla="*/ 413 h 424104"/>
                <a:gd name="csX4" fmla="*/ 1413549 w 1413123"/>
                <a:gd name="csY4" fmla="*/ 15837 h 424104"/>
                <a:gd name="csX5" fmla="*/ 1392396 w 1413123"/>
                <a:gd name="csY5" fmla="*/ 16854 h 424104"/>
                <a:gd name="csX6" fmla="*/ 1313197 w 1413123"/>
                <a:gd name="csY6" fmla="*/ 20824 h 424104"/>
                <a:gd name="csX7" fmla="*/ 1279200 w 1413123"/>
                <a:gd name="csY7" fmla="*/ 22499 h 424104"/>
                <a:gd name="csX8" fmla="*/ 1065292 w 1413123"/>
                <a:gd name="csY8" fmla="*/ 42626 h 424104"/>
                <a:gd name="csX9" fmla="*/ 1044492 w 1413123"/>
                <a:gd name="csY9" fmla="*/ 45782 h 424104"/>
                <a:gd name="csX10" fmla="*/ 986599 w 1413123"/>
                <a:gd name="csY10" fmla="*/ 55184 h 424104"/>
                <a:gd name="csX11" fmla="*/ 965838 w 1413123"/>
                <a:gd name="csY11" fmla="*/ 58663 h 424104"/>
                <a:gd name="csX12" fmla="*/ 792041 w 1413123"/>
                <a:gd name="csY12" fmla="*/ 92915 h 424104"/>
                <a:gd name="csX13" fmla="*/ 762865 w 1413123"/>
                <a:gd name="csY13" fmla="*/ 99337 h 424104"/>
                <a:gd name="csX14" fmla="*/ 552934 w 1413123"/>
                <a:gd name="csY14" fmla="*/ 157710 h 424104"/>
                <a:gd name="csX15" fmla="*/ 501596 w 1413123"/>
                <a:gd name="csY15" fmla="*/ 174060 h 424104"/>
                <a:gd name="csX16" fmla="*/ 161161 w 1413123"/>
                <a:gd name="csY16" fmla="*/ 330609 h 424104"/>
                <a:gd name="csX17" fmla="*/ 135941 w 1413123"/>
                <a:gd name="csY17" fmla="*/ 343925 h 424104"/>
                <a:gd name="csX18" fmla="*/ 121212 w 1413123"/>
                <a:gd name="csY18" fmla="*/ 351577 h 424104"/>
                <a:gd name="csX19" fmla="*/ 90918 w 1413123"/>
                <a:gd name="csY19" fmla="*/ 367169 h 424104"/>
                <a:gd name="csX20" fmla="*/ 426 w 1413123"/>
                <a:gd name="csY20" fmla="*/ 424371 h 424104"/>
                <a:gd name="csX21" fmla="*/ 395565 w 1413123"/>
                <a:gd name="csY21" fmla="*/ 149783 h 424104"/>
                <a:gd name="csX22" fmla="*/ 419529 w 1413123"/>
                <a:gd name="csY22" fmla="*/ 139397 h 424104"/>
                <a:gd name="csX23" fmla="*/ 1254489 w 1413123"/>
                <a:gd name="csY23" fmla="*/ 350 h 424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413123" h="424104">
                  <a:moveTo>
                    <a:pt x="1254489" y="350"/>
                  </a:moveTo>
                  <a:cubicBezTo>
                    <a:pt x="1260899" y="325"/>
                    <a:pt x="1267310" y="301"/>
                    <a:pt x="1273914" y="275"/>
                  </a:cubicBezTo>
                  <a:cubicBezTo>
                    <a:pt x="1292172" y="239"/>
                    <a:pt x="1310425" y="310"/>
                    <a:pt x="1328682" y="428"/>
                  </a:cubicBezTo>
                  <a:cubicBezTo>
                    <a:pt x="1336903" y="421"/>
                    <a:pt x="1336903" y="421"/>
                    <a:pt x="1345290" y="413"/>
                  </a:cubicBezTo>
                  <a:cubicBezTo>
                    <a:pt x="1371109" y="732"/>
                    <a:pt x="1391692" y="1128"/>
                    <a:pt x="1413549" y="15837"/>
                  </a:cubicBezTo>
                  <a:cubicBezTo>
                    <a:pt x="1406569" y="16173"/>
                    <a:pt x="1399588" y="16509"/>
                    <a:pt x="1392396" y="16854"/>
                  </a:cubicBezTo>
                  <a:cubicBezTo>
                    <a:pt x="1365994" y="18135"/>
                    <a:pt x="1339595" y="19472"/>
                    <a:pt x="1313197" y="20824"/>
                  </a:cubicBezTo>
                  <a:cubicBezTo>
                    <a:pt x="1301865" y="21397"/>
                    <a:pt x="1290533" y="21956"/>
                    <a:pt x="1279200" y="22499"/>
                  </a:cubicBezTo>
                  <a:cubicBezTo>
                    <a:pt x="1207210" y="25958"/>
                    <a:pt x="1136588" y="31645"/>
                    <a:pt x="1065292" y="42626"/>
                  </a:cubicBezTo>
                  <a:cubicBezTo>
                    <a:pt x="1058428" y="43668"/>
                    <a:pt x="1051564" y="44709"/>
                    <a:pt x="1044492" y="45782"/>
                  </a:cubicBezTo>
                  <a:cubicBezTo>
                    <a:pt x="1025172" y="48794"/>
                    <a:pt x="1005883" y="51948"/>
                    <a:pt x="986599" y="55184"/>
                  </a:cubicBezTo>
                  <a:cubicBezTo>
                    <a:pt x="979748" y="56332"/>
                    <a:pt x="972897" y="57480"/>
                    <a:pt x="965838" y="58663"/>
                  </a:cubicBezTo>
                  <a:cubicBezTo>
                    <a:pt x="907569" y="68599"/>
                    <a:pt x="849725" y="80024"/>
                    <a:pt x="792041" y="92915"/>
                  </a:cubicBezTo>
                  <a:cubicBezTo>
                    <a:pt x="782322" y="95085"/>
                    <a:pt x="772597" y="97227"/>
                    <a:pt x="762865" y="99337"/>
                  </a:cubicBezTo>
                  <a:cubicBezTo>
                    <a:pt x="691501" y="114825"/>
                    <a:pt x="622271" y="134841"/>
                    <a:pt x="552934" y="157710"/>
                  </a:cubicBezTo>
                  <a:cubicBezTo>
                    <a:pt x="535861" y="163291"/>
                    <a:pt x="518736" y="168687"/>
                    <a:pt x="501596" y="174060"/>
                  </a:cubicBezTo>
                  <a:cubicBezTo>
                    <a:pt x="381362" y="212247"/>
                    <a:pt x="266444" y="260420"/>
                    <a:pt x="161161" y="330609"/>
                  </a:cubicBezTo>
                  <a:cubicBezTo>
                    <a:pt x="152810" y="335152"/>
                    <a:pt x="144398" y="339583"/>
                    <a:pt x="135941" y="343925"/>
                  </a:cubicBezTo>
                  <a:cubicBezTo>
                    <a:pt x="128651" y="347713"/>
                    <a:pt x="128651" y="347713"/>
                    <a:pt x="121212" y="351577"/>
                  </a:cubicBezTo>
                  <a:cubicBezTo>
                    <a:pt x="111124" y="356794"/>
                    <a:pt x="101026" y="361992"/>
                    <a:pt x="90918" y="367169"/>
                  </a:cubicBezTo>
                  <a:cubicBezTo>
                    <a:pt x="58661" y="383980"/>
                    <a:pt x="29572" y="402589"/>
                    <a:pt x="426" y="424371"/>
                  </a:cubicBezTo>
                  <a:cubicBezTo>
                    <a:pt x="53100" y="296198"/>
                    <a:pt x="277157" y="201072"/>
                    <a:pt x="395565" y="149783"/>
                  </a:cubicBezTo>
                  <a:cubicBezTo>
                    <a:pt x="403473" y="146355"/>
                    <a:pt x="411381" y="142928"/>
                    <a:pt x="419529" y="139397"/>
                  </a:cubicBezTo>
                  <a:cubicBezTo>
                    <a:pt x="683015" y="33603"/>
                    <a:pt x="972820" y="882"/>
                    <a:pt x="1254489" y="350"/>
                  </a:cubicBezTo>
                  <a:close/>
                </a:path>
              </a:pathLst>
            </a:custGeom>
            <a:solidFill>
              <a:srgbClr val="DA3938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1490614-B135-4B86-546A-AF23B20406A8}"/>
                </a:ext>
              </a:extLst>
            </p:cNvPr>
            <p:cNvSpPr/>
            <p:nvPr/>
          </p:nvSpPr>
          <p:spPr>
            <a:xfrm>
              <a:off x="11648502" y="5567307"/>
              <a:ext cx="116841" cy="278670"/>
            </a:xfrm>
            <a:custGeom>
              <a:avLst/>
              <a:gdLst>
                <a:gd name="csX0" fmla="*/ 991 w 261489"/>
                <a:gd name="csY0" fmla="*/ 681 h 614097"/>
                <a:gd name="csX1" fmla="*/ 54569 w 261489"/>
                <a:gd name="csY1" fmla="*/ 681 h 614097"/>
                <a:gd name="csX2" fmla="*/ 34477 w 261489"/>
                <a:gd name="csY2" fmla="*/ 14076 h 614097"/>
                <a:gd name="csX3" fmla="*/ 262184 w 261489"/>
                <a:gd name="csY3" fmla="*/ 610132 h 614097"/>
                <a:gd name="csX4" fmla="*/ 159214 w 261489"/>
                <a:gd name="csY4" fmla="*/ 603854 h 614097"/>
                <a:gd name="csX5" fmla="*/ 142340 w 261489"/>
                <a:gd name="csY5" fmla="*/ 599890 h 614097"/>
                <a:gd name="csX6" fmla="*/ 101450 w 261489"/>
                <a:gd name="csY6" fmla="*/ 590040 h 614097"/>
                <a:gd name="csX7" fmla="*/ 114844 w 261489"/>
                <a:gd name="csY7" fmla="*/ 583343 h 614097"/>
                <a:gd name="csX8" fmla="*/ 99357 w 261489"/>
                <a:gd name="csY8" fmla="*/ 504650 h 614097"/>
                <a:gd name="csX9" fmla="*/ 95027 w 261489"/>
                <a:gd name="csY9" fmla="*/ 482492 h 614097"/>
                <a:gd name="csX10" fmla="*/ 71208 w 261489"/>
                <a:gd name="csY10" fmla="*/ 375702 h 614097"/>
                <a:gd name="csX11" fmla="*/ 44942 w 261489"/>
                <a:gd name="csY11" fmla="*/ 247224 h 614097"/>
                <a:gd name="csX12" fmla="*/ 5674 w 261489"/>
                <a:gd name="csY12" fmla="*/ 63337 h 614097"/>
                <a:gd name="csX13" fmla="*/ 991 w 261489"/>
                <a:gd name="csY13" fmla="*/ 681 h 6140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61489" h="614097">
                  <a:moveTo>
                    <a:pt x="991" y="681"/>
                  </a:moveTo>
                  <a:cubicBezTo>
                    <a:pt x="18672" y="681"/>
                    <a:pt x="36352" y="681"/>
                    <a:pt x="54569" y="681"/>
                  </a:cubicBezTo>
                  <a:cubicBezTo>
                    <a:pt x="47939" y="5101"/>
                    <a:pt x="41308" y="9521"/>
                    <a:pt x="34477" y="14076"/>
                  </a:cubicBezTo>
                  <a:cubicBezTo>
                    <a:pt x="119166" y="325077"/>
                    <a:pt x="119166" y="325077"/>
                    <a:pt x="262184" y="610132"/>
                  </a:cubicBezTo>
                  <a:cubicBezTo>
                    <a:pt x="224817" y="619746"/>
                    <a:pt x="195705" y="612845"/>
                    <a:pt x="159214" y="603854"/>
                  </a:cubicBezTo>
                  <a:cubicBezTo>
                    <a:pt x="153645" y="602546"/>
                    <a:pt x="148077" y="601238"/>
                    <a:pt x="142340" y="599890"/>
                  </a:cubicBezTo>
                  <a:cubicBezTo>
                    <a:pt x="128694" y="596675"/>
                    <a:pt x="115069" y="593367"/>
                    <a:pt x="101450" y="590040"/>
                  </a:cubicBezTo>
                  <a:cubicBezTo>
                    <a:pt x="108080" y="586725"/>
                    <a:pt x="108080" y="586725"/>
                    <a:pt x="114844" y="583343"/>
                  </a:cubicBezTo>
                  <a:cubicBezTo>
                    <a:pt x="109716" y="557106"/>
                    <a:pt x="104540" y="530877"/>
                    <a:pt x="99357" y="504650"/>
                  </a:cubicBezTo>
                  <a:cubicBezTo>
                    <a:pt x="97928" y="497338"/>
                    <a:pt x="96499" y="490026"/>
                    <a:pt x="95027" y="482492"/>
                  </a:cubicBezTo>
                  <a:cubicBezTo>
                    <a:pt x="87920" y="446639"/>
                    <a:pt x="80337" y="411097"/>
                    <a:pt x="71208" y="375702"/>
                  </a:cubicBezTo>
                  <a:cubicBezTo>
                    <a:pt x="60344" y="333218"/>
                    <a:pt x="52554" y="290391"/>
                    <a:pt x="44942" y="247224"/>
                  </a:cubicBezTo>
                  <a:cubicBezTo>
                    <a:pt x="33821" y="185322"/>
                    <a:pt x="21380" y="124236"/>
                    <a:pt x="5674" y="63337"/>
                  </a:cubicBezTo>
                  <a:cubicBezTo>
                    <a:pt x="1168" y="41715"/>
                    <a:pt x="81" y="22686"/>
                    <a:pt x="991" y="681"/>
                  </a:cubicBezTo>
                  <a:close/>
                </a:path>
              </a:pathLst>
            </a:custGeom>
            <a:solidFill>
              <a:srgbClr val="2D2C2C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B4173AF-1498-DFD3-1F54-1FDABBB5B678}"/>
                </a:ext>
              </a:extLst>
            </p:cNvPr>
            <p:cNvSpPr/>
            <p:nvPr/>
          </p:nvSpPr>
          <p:spPr>
            <a:xfrm>
              <a:off x="11039843" y="4405558"/>
              <a:ext cx="92535" cy="93278"/>
            </a:xfrm>
            <a:custGeom>
              <a:avLst/>
              <a:gdLst>
                <a:gd name="csX0" fmla="*/ 152455 w 207094"/>
                <a:gd name="csY0" fmla="*/ 8756 h 205555"/>
                <a:gd name="csX1" fmla="*/ 207368 w 207094"/>
                <a:gd name="csY1" fmla="*/ 89489 h 205555"/>
                <a:gd name="csX2" fmla="*/ 177570 w 207094"/>
                <a:gd name="csY2" fmla="*/ 176188 h 205555"/>
                <a:gd name="csX3" fmla="*/ 79570 w 207094"/>
                <a:gd name="csY3" fmla="*/ 205567 h 205555"/>
                <a:gd name="csX4" fmla="*/ 23533 w 207094"/>
                <a:gd name="csY4" fmla="*/ 176188 h 205555"/>
                <a:gd name="csX5" fmla="*/ 3441 w 207094"/>
                <a:gd name="csY5" fmla="*/ 62334 h 205555"/>
                <a:gd name="csX6" fmla="*/ 48229 w 207094"/>
                <a:gd name="csY6" fmla="*/ 9593 h 205555"/>
                <a:gd name="csX7" fmla="*/ 152455 w 207094"/>
                <a:gd name="csY7" fmla="*/ 8756 h 2055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07094" h="205555">
                  <a:moveTo>
                    <a:pt x="152455" y="8756"/>
                  </a:moveTo>
                  <a:cubicBezTo>
                    <a:pt x="180874" y="29424"/>
                    <a:pt x="199761" y="54698"/>
                    <a:pt x="207368" y="89489"/>
                  </a:cubicBezTo>
                  <a:cubicBezTo>
                    <a:pt x="209311" y="123935"/>
                    <a:pt x="199523" y="150457"/>
                    <a:pt x="177570" y="176188"/>
                  </a:cubicBezTo>
                  <a:cubicBezTo>
                    <a:pt x="145481" y="201217"/>
                    <a:pt x="120150" y="207355"/>
                    <a:pt x="79570" y="205567"/>
                  </a:cubicBezTo>
                  <a:cubicBezTo>
                    <a:pt x="55522" y="201638"/>
                    <a:pt x="41463" y="192369"/>
                    <a:pt x="23533" y="176188"/>
                  </a:cubicBezTo>
                  <a:cubicBezTo>
                    <a:pt x="-2602" y="139799"/>
                    <a:pt x="-1790" y="105712"/>
                    <a:pt x="3441" y="62334"/>
                  </a:cubicBezTo>
                  <a:cubicBezTo>
                    <a:pt x="15290" y="36358"/>
                    <a:pt x="25039" y="25772"/>
                    <a:pt x="48229" y="9593"/>
                  </a:cubicBezTo>
                  <a:cubicBezTo>
                    <a:pt x="84648" y="-2776"/>
                    <a:pt x="115754" y="-2537"/>
                    <a:pt x="152455" y="8756"/>
                  </a:cubicBezTo>
                  <a:close/>
                </a:path>
              </a:pathLst>
            </a:custGeom>
            <a:solidFill>
              <a:srgbClr val="3B96D2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E879DDB-F797-5356-8B06-108684D6F959}"/>
                </a:ext>
              </a:extLst>
            </p:cNvPr>
            <p:cNvSpPr/>
            <p:nvPr/>
          </p:nvSpPr>
          <p:spPr>
            <a:xfrm>
              <a:off x="11051594" y="4420928"/>
              <a:ext cx="64370" cy="65434"/>
            </a:xfrm>
            <a:custGeom>
              <a:avLst/>
              <a:gdLst>
                <a:gd name="csX0" fmla="*/ 97688 w 144059"/>
                <a:gd name="csY0" fmla="*/ 1678 h 144195"/>
                <a:gd name="csX1" fmla="*/ 90991 w 144059"/>
                <a:gd name="csY1" fmla="*/ 55256 h 144195"/>
                <a:gd name="csX2" fmla="*/ 144569 w 144059"/>
                <a:gd name="csY2" fmla="*/ 55256 h 144195"/>
                <a:gd name="csX3" fmla="*/ 111083 w 144059"/>
                <a:gd name="csY3" fmla="*/ 135624 h 144195"/>
                <a:gd name="csX4" fmla="*/ 44110 w 144059"/>
                <a:gd name="csY4" fmla="*/ 142321 h 144195"/>
                <a:gd name="csX5" fmla="*/ 3927 w 144059"/>
                <a:gd name="csY5" fmla="*/ 102137 h 144195"/>
                <a:gd name="csX6" fmla="*/ 12743 w 144059"/>
                <a:gd name="csY6" fmla="*/ 28964 h 144195"/>
                <a:gd name="csX7" fmla="*/ 97688 w 144059"/>
                <a:gd name="csY7" fmla="*/ 1678 h 144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44059" h="144195">
                  <a:moveTo>
                    <a:pt x="97688" y="1678"/>
                  </a:moveTo>
                  <a:cubicBezTo>
                    <a:pt x="97688" y="22524"/>
                    <a:pt x="96526" y="35886"/>
                    <a:pt x="90991" y="55256"/>
                  </a:cubicBezTo>
                  <a:cubicBezTo>
                    <a:pt x="108672" y="55256"/>
                    <a:pt x="126353" y="55256"/>
                    <a:pt x="144569" y="55256"/>
                  </a:cubicBezTo>
                  <a:cubicBezTo>
                    <a:pt x="141799" y="90578"/>
                    <a:pt x="135932" y="110022"/>
                    <a:pt x="111083" y="135624"/>
                  </a:cubicBezTo>
                  <a:cubicBezTo>
                    <a:pt x="89640" y="146345"/>
                    <a:pt x="67378" y="145664"/>
                    <a:pt x="44110" y="142321"/>
                  </a:cubicBezTo>
                  <a:cubicBezTo>
                    <a:pt x="25291" y="130308"/>
                    <a:pt x="13910" y="122103"/>
                    <a:pt x="3927" y="102137"/>
                  </a:cubicBezTo>
                  <a:cubicBezTo>
                    <a:pt x="-734" y="75659"/>
                    <a:pt x="-2892" y="51837"/>
                    <a:pt x="12743" y="28964"/>
                  </a:cubicBezTo>
                  <a:cubicBezTo>
                    <a:pt x="39804" y="3599"/>
                    <a:pt x="59926" y="-2946"/>
                    <a:pt x="97688" y="1678"/>
                  </a:cubicBezTo>
                  <a:close/>
                </a:path>
              </a:pathLst>
            </a:custGeom>
            <a:solidFill>
              <a:srgbClr val="050707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7799F07-8DEB-EEFB-58EF-EC2EAF3D5BDA}"/>
                </a:ext>
              </a:extLst>
            </p:cNvPr>
            <p:cNvSpPr/>
            <p:nvPr/>
          </p:nvSpPr>
          <p:spPr>
            <a:xfrm>
              <a:off x="11089031" y="4428179"/>
              <a:ext cx="23940" cy="20726"/>
            </a:xfrm>
            <a:custGeom>
              <a:avLst/>
              <a:gdLst>
                <a:gd name="csX0" fmla="*/ 38604 w 53578"/>
                <a:gd name="csY0" fmla="*/ 1191 h 45673"/>
                <a:gd name="csX1" fmla="*/ 54092 w 53578"/>
                <a:gd name="csY1" fmla="*/ 5796 h 45673"/>
                <a:gd name="csX2" fmla="*/ 47395 w 53578"/>
                <a:gd name="csY2" fmla="*/ 45979 h 45673"/>
                <a:gd name="csX3" fmla="*/ 7211 w 53578"/>
                <a:gd name="csY3" fmla="*/ 45979 h 45673"/>
                <a:gd name="csX4" fmla="*/ 514 w 53578"/>
                <a:gd name="csY4" fmla="*/ 19190 h 45673"/>
                <a:gd name="csX5" fmla="*/ 38604 w 53578"/>
                <a:gd name="csY5" fmla="*/ 1191 h 45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53578" h="45673">
                  <a:moveTo>
                    <a:pt x="38604" y="1191"/>
                  </a:moveTo>
                  <a:cubicBezTo>
                    <a:pt x="46271" y="3471"/>
                    <a:pt x="46271" y="3471"/>
                    <a:pt x="54092" y="5796"/>
                  </a:cubicBezTo>
                  <a:cubicBezTo>
                    <a:pt x="51882" y="19056"/>
                    <a:pt x="49672" y="32317"/>
                    <a:pt x="47395" y="45979"/>
                  </a:cubicBezTo>
                  <a:cubicBezTo>
                    <a:pt x="34134" y="45979"/>
                    <a:pt x="20873" y="45979"/>
                    <a:pt x="7211" y="45979"/>
                  </a:cubicBezTo>
                  <a:cubicBezTo>
                    <a:pt x="2607" y="33841"/>
                    <a:pt x="2607" y="33841"/>
                    <a:pt x="514" y="19190"/>
                  </a:cubicBezTo>
                  <a:cubicBezTo>
                    <a:pt x="11996" y="692"/>
                    <a:pt x="16759" y="-1349"/>
                    <a:pt x="38604" y="1191"/>
                  </a:cubicBezTo>
                  <a:close/>
                </a:path>
              </a:pathLst>
            </a:custGeom>
            <a:solidFill>
              <a:srgbClr val="ECEDEE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B906DCF-923B-19E4-6A25-9F4CCF4788C5}"/>
                </a:ext>
              </a:extLst>
            </p:cNvPr>
            <p:cNvSpPr/>
            <p:nvPr/>
          </p:nvSpPr>
          <p:spPr>
            <a:xfrm>
              <a:off x="11322985" y="5338973"/>
              <a:ext cx="165729" cy="194505"/>
            </a:xfrm>
            <a:custGeom>
              <a:avLst/>
              <a:gdLst>
                <a:gd name="csX0" fmla="*/ 270442 w 370900"/>
                <a:gd name="csY0" fmla="*/ 0 h 428625"/>
                <a:gd name="csX1" fmla="*/ 316901 w 370900"/>
                <a:gd name="csY1" fmla="*/ 22603 h 428625"/>
                <a:gd name="csX2" fmla="*/ 330282 w 370900"/>
                <a:gd name="csY2" fmla="*/ 29039 h 428625"/>
                <a:gd name="csX3" fmla="*/ 370901 w 370900"/>
                <a:gd name="csY3" fmla="*/ 60275 h 428625"/>
                <a:gd name="csX4" fmla="*/ 297231 w 370900"/>
                <a:gd name="csY4" fmla="*/ 100459 h 428625"/>
                <a:gd name="csX5" fmla="*/ 337414 w 370900"/>
                <a:gd name="csY5" fmla="*/ 154037 h 428625"/>
                <a:gd name="csX6" fmla="*/ 315153 w 370900"/>
                <a:gd name="csY6" fmla="*/ 153387 h 428625"/>
                <a:gd name="csX7" fmla="*/ 216153 w 370900"/>
                <a:gd name="csY7" fmla="*/ 173191 h 428625"/>
                <a:gd name="csX8" fmla="*/ 196772 w 370900"/>
                <a:gd name="csY8" fmla="*/ 221010 h 428625"/>
                <a:gd name="csX9" fmla="*/ 189498 w 370900"/>
                <a:gd name="csY9" fmla="*/ 240291 h 428625"/>
                <a:gd name="csX10" fmla="*/ 196772 w 370900"/>
                <a:gd name="csY10" fmla="*/ 421928 h 428625"/>
                <a:gd name="csX11" fmla="*/ 136496 w 370900"/>
                <a:gd name="csY11" fmla="*/ 401836 h 428625"/>
                <a:gd name="csX12" fmla="*/ 98402 w 370900"/>
                <a:gd name="csY12" fmla="*/ 397650 h 428625"/>
                <a:gd name="csX13" fmla="*/ 78237 w 370900"/>
                <a:gd name="csY13" fmla="*/ 396136 h 428625"/>
                <a:gd name="csX14" fmla="*/ 62826 w 370900"/>
                <a:gd name="csY14" fmla="*/ 395139 h 428625"/>
                <a:gd name="csX15" fmla="*/ 62826 w 370900"/>
                <a:gd name="csY15" fmla="*/ 428625 h 428625"/>
                <a:gd name="csX16" fmla="*/ 2551 w 370900"/>
                <a:gd name="csY16" fmla="*/ 348258 h 428625"/>
                <a:gd name="csX17" fmla="*/ 57093 w 370900"/>
                <a:gd name="csY17" fmla="*/ 146998 h 428625"/>
                <a:gd name="csX18" fmla="*/ 188815 w 370900"/>
                <a:gd name="csY18" fmla="*/ 51904 h 428625"/>
                <a:gd name="csX19" fmla="*/ 226622 w 370900"/>
                <a:gd name="csY19" fmla="*/ 30874 h 428625"/>
                <a:gd name="csX20" fmla="*/ 243358 w 370900"/>
                <a:gd name="csY20" fmla="*/ 21659 h 428625"/>
                <a:gd name="csX21" fmla="*/ 270442 w 370900"/>
                <a:gd name="csY21" fmla="*/ 0 h 428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370900" h="428625">
                  <a:moveTo>
                    <a:pt x="270442" y="0"/>
                  </a:moveTo>
                  <a:cubicBezTo>
                    <a:pt x="285952" y="7487"/>
                    <a:pt x="301436" y="15028"/>
                    <a:pt x="316901" y="22603"/>
                  </a:cubicBezTo>
                  <a:cubicBezTo>
                    <a:pt x="321321" y="24726"/>
                    <a:pt x="325734" y="26849"/>
                    <a:pt x="330282" y="29039"/>
                  </a:cubicBezTo>
                  <a:cubicBezTo>
                    <a:pt x="363447" y="45367"/>
                    <a:pt x="363447" y="45367"/>
                    <a:pt x="370901" y="60275"/>
                  </a:cubicBezTo>
                  <a:cubicBezTo>
                    <a:pt x="346589" y="73536"/>
                    <a:pt x="322278" y="86796"/>
                    <a:pt x="297231" y="100459"/>
                  </a:cubicBezTo>
                  <a:cubicBezTo>
                    <a:pt x="310491" y="118139"/>
                    <a:pt x="323752" y="135820"/>
                    <a:pt x="337414" y="154037"/>
                  </a:cubicBezTo>
                  <a:cubicBezTo>
                    <a:pt x="330067" y="153823"/>
                    <a:pt x="322721" y="153608"/>
                    <a:pt x="315153" y="153387"/>
                  </a:cubicBezTo>
                  <a:cubicBezTo>
                    <a:pt x="261956" y="151405"/>
                    <a:pt x="261956" y="151405"/>
                    <a:pt x="216153" y="173191"/>
                  </a:cubicBezTo>
                  <a:cubicBezTo>
                    <a:pt x="207481" y="189097"/>
                    <a:pt x="201788" y="203610"/>
                    <a:pt x="196772" y="221010"/>
                  </a:cubicBezTo>
                  <a:cubicBezTo>
                    <a:pt x="194374" y="227372"/>
                    <a:pt x="191970" y="233734"/>
                    <a:pt x="189498" y="240291"/>
                  </a:cubicBezTo>
                  <a:cubicBezTo>
                    <a:pt x="172427" y="298591"/>
                    <a:pt x="181810" y="363949"/>
                    <a:pt x="196772" y="421928"/>
                  </a:cubicBezTo>
                  <a:cubicBezTo>
                    <a:pt x="171757" y="418592"/>
                    <a:pt x="157847" y="416068"/>
                    <a:pt x="136496" y="401836"/>
                  </a:cubicBezTo>
                  <a:cubicBezTo>
                    <a:pt x="118152" y="398769"/>
                    <a:pt x="118152" y="398769"/>
                    <a:pt x="98402" y="397650"/>
                  </a:cubicBezTo>
                  <a:cubicBezTo>
                    <a:pt x="91752" y="397148"/>
                    <a:pt x="85095" y="396652"/>
                    <a:pt x="78237" y="396136"/>
                  </a:cubicBezTo>
                  <a:cubicBezTo>
                    <a:pt x="73147" y="395808"/>
                    <a:pt x="68063" y="395480"/>
                    <a:pt x="62826" y="395139"/>
                  </a:cubicBezTo>
                  <a:cubicBezTo>
                    <a:pt x="62826" y="406189"/>
                    <a:pt x="62826" y="417240"/>
                    <a:pt x="62826" y="428625"/>
                  </a:cubicBezTo>
                  <a:cubicBezTo>
                    <a:pt x="30901" y="407341"/>
                    <a:pt x="13374" y="384731"/>
                    <a:pt x="2551" y="348258"/>
                  </a:cubicBezTo>
                  <a:cubicBezTo>
                    <a:pt x="-7153" y="272384"/>
                    <a:pt x="10788" y="207428"/>
                    <a:pt x="57093" y="146998"/>
                  </a:cubicBezTo>
                  <a:cubicBezTo>
                    <a:pt x="96025" y="106111"/>
                    <a:pt x="139517" y="78988"/>
                    <a:pt x="188815" y="51904"/>
                  </a:cubicBezTo>
                  <a:cubicBezTo>
                    <a:pt x="201426" y="44912"/>
                    <a:pt x="214031" y="37900"/>
                    <a:pt x="226622" y="30874"/>
                  </a:cubicBezTo>
                  <a:cubicBezTo>
                    <a:pt x="232146" y="27827"/>
                    <a:pt x="237665" y="24787"/>
                    <a:pt x="243358" y="21659"/>
                  </a:cubicBezTo>
                  <a:cubicBezTo>
                    <a:pt x="257864" y="13649"/>
                    <a:pt x="257864" y="13649"/>
                    <a:pt x="270442" y="0"/>
                  </a:cubicBezTo>
                  <a:close/>
                </a:path>
              </a:pathLst>
            </a:custGeom>
            <a:solidFill>
              <a:srgbClr val="3EA0D7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20FE8F6-95F8-157C-85E0-AAEF8C690D09}"/>
                </a:ext>
              </a:extLst>
            </p:cNvPr>
            <p:cNvSpPr/>
            <p:nvPr/>
          </p:nvSpPr>
          <p:spPr>
            <a:xfrm>
              <a:off x="10893282" y="4414051"/>
              <a:ext cx="349785" cy="556005"/>
            </a:xfrm>
            <a:custGeom>
              <a:avLst/>
              <a:gdLst>
                <a:gd name="csX0" fmla="*/ 297484 w 782817"/>
                <a:gd name="csY0" fmla="*/ 284239 h 1225253"/>
                <a:gd name="csX1" fmla="*/ 218370 w 782817"/>
                <a:gd name="csY1" fmla="*/ 431136 h 1225253"/>
                <a:gd name="csX2" fmla="*/ 5 w 782817"/>
                <a:gd name="csY2" fmla="*/ 520009 h 1225253"/>
                <a:gd name="csX3" fmla="*/ 56162 w 782817"/>
                <a:gd name="csY3" fmla="*/ 1068830 h 1225253"/>
                <a:gd name="csX4" fmla="*/ 107804 w 782817"/>
                <a:gd name="csY4" fmla="*/ 1142922 h 1225253"/>
                <a:gd name="csX5" fmla="*/ 549690 w 782817"/>
                <a:gd name="csY5" fmla="*/ 1021936 h 1225253"/>
                <a:gd name="csX6" fmla="*/ 574885 w 782817"/>
                <a:gd name="csY6" fmla="*/ 892049 h 1225253"/>
                <a:gd name="csX7" fmla="*/ 753327 w 782817"/>
                <a:gd name="csY7" fmla="*/ 602540 h 1225253"/>
                <a:gd name="csX8" fmla="*/ 575227 w 782817"/>
                <a:gd name="csY8" fmla="*/ 0 h 1225253"/>
                <a:gd name="csX9" fmla="*/ 600857 w 782817"/>
                <a:gd name="csY9" fmla="*/ 65158 h 1225253"/>
                <a:gd name="csX10" fmla="*/ 458801 w 782817"/>
                <a:gd name="csY10" fmla="*/ 243372 h 1225253"/>
                <a:gd name="csX11" fmla="*/ 297484 w 782817"/>
                <a:gd name="csY11" fmla="*/ 284239 h 122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82817" h="1225253">
                  <a:moveTo>
                    <a:pt x="297484" y="284239"/>
                  </a:moveTo>
                  <a:cubicBezTo>
                    <a:pt x="303170" y="322326"/>
                    <a:pt x="239734" y="430326"/>
                    <a:pt x="218370" y="431136"/>
                  </a:cubicBezTo>
                  <a:cubicBezTo>
                    <a:pt x="230465" y="428116"/>
                    <a:pt x="31750" y="518810"/>
                    <a:pt x="5" y="520009"/>
                  </a:cubicBezTo>
                  <a:cubicBezTo>
                    <a:pt x="-571" y="520297"/>
                    <a:pt x="45754" y="1074034"/>
                    <a:pt x="56162" y="1068830"/>
                  </a:cubicBezTo>
                  <a:cubicBezTo>
                    <a:pt x="54025" y="1068830"/>
                    <a:pt x="102052" y="1142922"/>
                    <a:pt x="107804" y="1142922"/>
                  </a:cubicBezTo>
                  <a:cubicBezTo>
                    <a:pt x="214880" y="1301841"/>
                    <a:pt x="542825" y="1213953"/>
                    <a:pt x="549690" y="1021936"/>
                  </a:cubicBezTo>
                  <a:cubicBezTo>
                    <a:pt x="544915" y="1026711"/>
                    <a:pt x="573814" y="893121"/>
                    <a:pt x="574885" y="892049"/>
                  </a:cubicBezTo>
                  <a:cubicBezTo>
                    <a:pt x="576439" y="902919"/>
                    <a:pt x="740689" y="673450"/>
                    <a:pt x="753327" y="602540"/>
                  </a:cubicBezTo>
                  <a:cubicBezTo>
                    <a:pt x="845482" y="439327"/>
                    <a:pt x="703680" y="4427"/>
                    <a:pt x="575227" y="0"/>
                  </a:cubicBezTo>
                  <a:lnTo>
                    <a:pt x="600857" y="65158"/>
                  </a:lnTo>
                  <a:cubicBezTo>
                    <a:pt x="622891" y="145893"/>
                    <a:pt x="526980" y="230640"/>
                    <a:pt x="458801" y="243372"/>
                  </a:cubicBezTo>
                  <a:cubicBezTo>
                    <a:pt x="442520" y="246493"/>
                    <a:pt x="314777" y="299093"/>
                    <a:pt x="297484" y="284239"/>
                  </a:cubicBezTo>
                  <a:close/>
                </a:path>
              </a:pathLst>
            </a:custGeom>
            <a:solidFill>
              <a:srgbClr val="FFFFFF"/>
            </a:solidFill>
            <a:ln w="669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C30A0EF-7836-3C9B-6D4E-ECA16F7AE0A5}"/>
                </a:ext>
              </a:extLst>
            </p:cNvPr>
            <p:cNvSpPr/>
            <p:nvPr/>
          </p:nvSpPr>
          <p:spPr>
            <a:xfrm>
              <a:off x="11181767" y="4729909"/>
              <a:ext cx="589091" cy="650022"/>
            </a:xfrm>
            <a:custGeom>
              <a:avLst/>
              <a:gdLst>
                <a:gd name="csX0" fmla="*/ 403584 w 1318383"/>
                <a:gd name="csY0" fmla="*/ 0 h 1432437"/>
                <a:gd name="csX1" fmla="*/ 0 w 1318383"/>
                <a:gd name="csY1" fmla="*/ 412799 h 1432437"/>
                <a:gd name="csX2" fmla="*/ 1315035 w 1318383"/>
                <a:gd name="csY2" fmla="*/ 1394819 h 1432437"/>
                <a:gd name="csX3" fmla="*/ 403584 w 1318383"/>
                <a:gd name="csY3" fmla="*/ 0 h 14324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18383" h="1432437">
                  <a:moveTo>
                    <a:pt x="403584" y="0"/>
                  </a:moveTo>
                  <a:cubicBezTo>
                    <a:pt x="125721" y="29441"/>
                    <a:pt x="81974" y="98523"/>
                    <a:pt x="0" y="412799"/>
                  </a:cubicBezTo>
                  <a:cubicBezTo>
                    <a:pt x="9704" y="858375"/>
                    <a:pt x="1319020" y="1608991"/>
                    <a:pt x="1315035" y="1394819"/>
                  </a:cubicBezTo>
                  <a:cubicBezTo>
                    <a:pt x="1366617" y="921966"/>
                    <a:pt x="811260" y="69437"/>
                    <a:pt x="403584" y="0"/>
                  </a:cubicBezTo>
                  <a:close/>
                </a:path>
              </a:pathLst>
            </a:custGeom>
            <a:solidFill>
              <a:srgbClr val="010101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327E3B5-F41C-A3E4-E3C5-D42940CF3254}"/>
              </a:ext>
            </a:extLst>
          </p:cNvPr>
          <p:cNvSpPr/>
          <p:nvPr userDrawn="1"/>
        </p:nvSpPr>
        <p:spPr>
          <a:xfrm>
            <a:off x="7805530" y="2875722"/>
            <a:ext cx="4386470" cy="3485321"/>
          </a:xfrm>
          <a:prstGeom prst="rect">
            <a:avLst/>
          </a:prstGeom>
          <a:solidFill>
            <a:srgbClr val="F2CFEE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84956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4CEED-D3FB-7E97-2B9E-183348B38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92C99-2A5D-D090-46A8-075CBA594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99662-DA5C-2099-EE51-8B4DDF509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C7C49-9ED6-473B-63B8-FB6BAAB67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B57CC-CE5A-B71A-61CF-D83B6E09D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71444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5371-2A35-46CF-C82E-50333A967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23F6D-91B4-6F9D-4362-D46CEB40A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2233E-6338-A716-F361-514E7F961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34D32-240A-2B46-B764-F7D16DD12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5A6F2-AE46-D8E6-F102-5B2792F62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00632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02BF9-FB2B-A96B-D24A-CC682DFF5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0321A-47BB-94D5-E264-D53A2056F1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A55A5-4899-A64A-115D-E39104A4F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CFA2E-3AFA-BDBD-C6F3-D7A199BB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C746D-7CC3-86AD-99C1-D48B1C613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511E1-28DE-0231-6E3D-286B06626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34602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7F85-9D35-B395-A322-013FA42C0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9EB50-2C20-7A03-6766-04D4E9CAB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7D9E0-B44B-AFC5-4CA3-2E48B1F45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952AF-B2A6-EF9D-3116-F5203C5E89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865947-5907-9F33-92B5-D58AA972AB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65EC4-417E-989E-C124-14317ECE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4759A5-8E63-EB80-07EE-9C9829C5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3A5307-9CDC-3523-BE32-D8479CCA4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55430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A3295-E4EF-4440-A55F-B590052A7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12263-598F-1771-12FF-65EC195C6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09E2E7-C0BC-12AE-212A-F2467B2F1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CCCC01-B4F9-1E3F-6A9E-AFD674628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60507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6B43AE-2D41-53ED-B5CB-3057C034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9EA57-D287-DC43-7C1E-90B38FB0F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B8372-C73F-9834-0062-091A8655B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84392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ABDFE-EAA1-8FA6-DC74-865C3F1DA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AC98A-39E2-955D-85C7-0C64BA817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E829D-0832-4C21-E5D9-6D1A54FE2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D8B7A-ABA5-86B1-7954-53ECB7206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38E74-5759-3011-F576-BDD3A5EC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A2501-961C-36BB-0B8E-9E85E0F7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23402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732D-B6E5-2BBE-4666-B0E87BDCC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661526-D918-47EA-392F-4B765653F9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AB9CD-385E-A82C-938D-0B1C0A8B0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926D1-81F4-5E9A-044B-B631FF68E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93747-50FE-739B-77A9-1F1C47F52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1B2D0-374F-7EC8-41E7-342DDB88B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88314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C0B76-8BED-BDBE-540E-A48335CE7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BE054-7028-5422-43B2-452A423C4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8E334-6B86-02B2-9ACB-E328A6E82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849FD-1EAB-89C8-BC31-F48B1E9FE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8D3F9-1594-829D-257F-D5EFB4DCA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30752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A0D614-E702-666C-F22A-5E412FE977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3457C-60AA-48B3-5974-8A2E11310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7A0CF-5F1E-A41E-3D5A-C829F69D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56279-4E7E-428C-2E80-F2175D9FE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24C7F-128C-3705-C657-CF9A150E9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94975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D4D14-7F6F-E784-C78A-5003F276A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977EF-6C97-4824-E842-EACC3000A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92532-840B-63B6-5BD2-6570D7BF3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C5047-A0CE-774B-B9EB-88CE4F4DE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1A090-5B02-9842-F188-6B0750D4F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3714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0C9255A3-17AD-3BF0-0CBC-3095F62D13D3}"/>
              </a:ext>
            </a:extLst>
          </p:cNvPr>
          <p:cNvSpPr/>
          <p:nvPr/>
        </p:nvSpPr>
        <p:spPr>
          <a:xfrm>
            <a:off x="11524967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0EA8CA87-46A2-1841-0239-526B78E47425}"/>
              </a:ext>
            </a:extLst>
          </p:cNvPr>
          <p:cNvSpPr/>
          <p:nvPr/>
        </p:nvSpPr>
        <p:spPr>
          <a:xfrm>
            <a:off x="11643816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A957B59B-DE97-2AA3-AB85-18E4A9E76BD9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3CB1A4FE-FCA8-EE92-DF47-07E6BDD12898}"/>
              </a:ext>
            </a:extLst>
          </p:cNvPr>
          <p:cNvSpPr/>
          <p:nvPr/>
        </p:nvSpPr>
        <p:spPr>
          <a:xfrm>
            <a:off x="11314866" y="534542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0FE90BFF-ECE2-B7BE-138D-B0EB3162083A}"/>
              </a:ext>
            </a:extLst>
          </p:cNvPr>
          <p:cNvSpPr/>
          <p:nvPr/>
        </p:nvSpPr>
        <p:spPr>
          <a:xfrm>
            <a:off x="11103243" y="533982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481595EF-83F9-7B19-CB1A-65E3DCBB9AD1}"/>
              </a:ext>
            </a:extLst>
          </p:cNvPr>
          <p:cNvSpPr/>
          <p:nvPr/>
        </p:nvSpPr>
        <p:spPr>
          <a:xfrm>
            <a:off x="10850686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0A2A7AD4-ADE9-964E-45CF-F0587395E8C6}"/>
              </a:ext>
            </a:extLst>
          </p:cNvPr>
          <p:cNvSpPr/>
          <p:nvPr/>
        </p:nvSpPr>
        <p:spPr>
          <a:xfrm>
            <a:off x="10880631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58E5BE4A-0406-8C31-2A40-1654FA406AE8}"/>
              </a:ext>
            </a:extLst>
          </p:cNvPr>
          <p:cNvSpPr/>
          <p:nvPr/>
        </p:nvSpPr>
        <p:spPr>
          <a:xfrm>
            <a:off x="11187560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031F1021-4103-F16F-8AA9-4FA495BD4528}"/>
              </a:ext>
            </a:extLst>
          </p:cNvPr>
          <p:cNvSpPr/>
          <p:nvPr/>
        </p:nvSpPr>
        <p:spPr>
          <a:xfrm>
            <a:off x="11185522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C75EBEFA-FD24-4CD3-7F71-4B85A023D3EE}"/>
              </a:ext>
            </a:extLst>
          </p:cNvPr>
          <p:cNvSpPr/>
          <p:nvPr/>
        </p:nvSpPr>
        <p:spPr>
          <a:xfrm>
            <a:off x="10210256" y="452230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28267082-73FD-9C7E-D4A6-5C81A7E44E16}"/>
              </a:ext>
            </a:extLst>
          </p:cNvPr>
          <p:cNvSpPr/>
          <p:nvPr/>
        </p:nvSpPr>
        <p:spPr>
          <a:xfrm>
            <a:off x="10215530" y="452521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375519E9-B443-3A69-A9EA-8BC25849FE3E}"/>
              </a:ext>
            </a:extLst>
          </p:cNvPr>
          <p:cNvSpPr/>
          <p:nvPr/>
        </p:nvSpPr>
        <p:spPr>
          <a:xfrm>
            <a:off x="10189362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9DE3358C-1A42-C7A3-BA88-50F42905E936}"/>
              </a:ext>
            </a:extLst>
          </p:cNvPr>
          <p:cNvSpPr/>
          <p:nvPr/>
        </p:nvSpPr>
        <p:spPr>
          <a:xfrm>
            <a:off x="10189362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25408E5F-DB09-8AB3-233D-1DA4436DEE05}"/>
              </a:ext>
            </a:extLst>
          </p:cNvPr>
          <p:cNvSpPr/>
          <p:nvPr/>
        </p:nvSpPr>
        <p:spPr>
          <a:xfrm>
            <a:off x="10189362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7A31F2B0-A842-DBCC-81B8-283021062074}"/>
              </a:ext>
            </a:extLst>
          </p:cNvPr>
          <p:cNvSpPr/>
          <p:nvPr/>
        </p:nvSpPr>
        <p:spPr>
          <a:xfrm>
            <a:off x="10264964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F612AABC-D0A0-B453-FC7B-078739EE1746}"/>
              </a:ext>
            </a:extLst>
          </p:cNvPr>
          <p:cNvSpPr/>
          <p:nvPr/>
        </p:nvSpPr>
        <p:spPr>
          <a:xfrm>
            <a:off x="11005431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237DFEA6-261A-F93B-3AE6-2244AF82081C}"/>
              </a:ext>
            </a:extLst>
          </p:cNvPr>
          <p:cNvSpPr/>
          <p:nvPr/>
        </p:nvSpPr>
        <p:spPr>
          <a:xfrm>
            <a:off x="11028738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0AC5A2B5-3C4C-1EE0-323D-FB39D7592A76}"/>
              </a:ext>
            </a:extLst>
          </p:cNvPr>
          <p:cNvSpPr/>
          <p:nvPr/>
        </p:nvSpPr>
        <p:spPr>
          <a:xfrm>
            <a:off x="11040613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61098DEE-577D-DF8A-4B62-EAB7F6F0F185}"/>
              </a:ext>
            </a:extLst>
          </p:cNvPr>
          <p:cNvSpPr/>
          <p:nvPr/>
        </p:nvSpPr>
        <p:spPr>
          <a:xfrm>
            <a:off x="11078445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01118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89B5A-DD61-088F-5841-9C2FB169C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AAA52EC4-4BB5-F5E4-6B92-5C8518E08187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B677C871-56C3-9773-FBAF-23AC20F15F55}"/>
              </a:ext>
            </a:extLst>
          </p:cNvPr>
          <p:cNvSpPr/>
          <p:nvPr/>
        </p:nvSpPr>
        <p:spPr>
          <a:xfrm rot="17349800">
            <a:off x="10678718" y="4566508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EE87DFE5-7F2D-9682-ECD1-2CB6F2B7C286}"/>
              </a:ext>
            </a:extLst>
          </p:cNvPr>
          <p:cNvSpPr/>
          <p:nvPr/>
        </p:nvSpPr>
        <p:spPr>
          <a:xfrm rot="17349800">
            <a:off x="10890770" y="471579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E60B32F5-341C-4258-8787-CBBAF8FBB7E3}"/>
              </a:ext>
            </a:extLst>
          </p:cNvPr>
          <p:cNvSpPr/>
          <p:nvPr/>
        </p:nvSpPr>
        <p:spPr>
          <a:xfrm rot="15716125">
            <a:off x="10417966" y="4886524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BEB55B12-D48A-9112-B663-49CA8D1878D8}"/>
              </a:ext>
            </a:extLst>
          </p:cNvPr>
          <p:cNvSpPr/>
          <p:nvPr/>
        </p:nvSpPr>
        <p:spPr>
          <a:xfrm rot="16777423">
            <a:off x="10307916" y="4965961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E1168AEF-5184-9040-49A3-12107B519994}"/>
              </a:ext>
            </a:extLst>
          </p:cNvPr>
          <p:cNvSpPr/>
          <p:nvPr/>
        </p:nvSpPr>
        <p:spPr>
          <a:xfrm rot="19971432">
            <a:off x="9688912" y="3958128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3697B557-EA8E-9E5C-D2B9-716BC41E3B24}"/>
              </a:ext>
            </a:extLst>
          </p:cNvPr>
          <p:cNvSpPr/>
          <p:nvPr/>
        </p:nvSpPr>
        <p:spPr>
          <a:xfrm rot="19971432">
            <a:off x="9674169" y="419711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3740A09C-6741-D56C-8061-6D94438D788D}"/>
              </a:ext>
            </a:extLst>
          </p:cNvPr>
          <p:cNvSpPr/>
          <p:nvPr/>
        </p:nvSpPr>
        <p:spPr>
          <a:xfrm>
            <a:off x="10031115" y="4560833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B357A9DF-D61C-0E09-EFA5-01461628239E}"/>
              </a:ext>
            </a:extLst>
          </p:cNvPr>
          <p:cNvSpPr/>
          <p:nvPr/>
        </p:nvSpPr>
        <p:spPr>
          <a:xfrm>
            <a:off x="10016443" y="4366558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497A6507-2308-BF0C-64D3-DCB0103EBB6D}"/>
              </a:ext>
            </a:extLst>
          </p:cNvPr>
          <p:cNvSpPr/>
          <p:nvPr/>
        </p:nvSpPr>
        <p:spPr>
          <a:xfrm rot="20419583">
            <a:off x="8980344" y="4499730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865765DB-7194-C3F6-746C-0BFA4CBC8ED5}"/>
              </a:ext>
            </a:extLst>
          </p:cNvPr>
          <p:cNvSpPr/>
          <p:nvPr/>
        </p:nvSpPr>
        <p:spPr>
          <a:xfrm rot="20419583">
            <a:off x="8994524" y="4555608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A0570558-F6B2-0F67-11C6-9E54F49706D8}"/>
              </a:ext>
            </a:extLst>
          </p:cNvPr>
          <p:cNvSpPr/>
          <p:nvPr/>
        </p:nvSpPr>
        <p:spPr>
          <a:xfrm rot="20419583">
            <a:off x="8922697" y="4281732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F8E5A6FF-9B99-1C87-92AD-9BB82BAAEB2B}"/>
              </a:ext>
            </a:extLst>
          </p:cNvPr>
          <p:cNvSpPr/>
          <p:nvPr/>
        </p:nvSpPr>
        <p:spPr>
          <a:xfrm rot="20419583">
            <a:off x="8945891" y="4415504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A335A0AB-8308-6749-B5D4-D8159BC993D4}"/>
              </a:ext>
            </a:extLst>
          </p:cNvPr>
          <p:cNvSpPr/>
          <p:nvPr/>
        </p:nvSpPr>
        <p:spPr>
          <a:xfrm rot="20419583">
            <a:off x="8959850" y="449600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06831B93-0BA6-70FD-7F45-7D41CC469501}"/>
              </a:ext>
            </a:extLst>
          </p:cNvPr>
          <p:cNvSpPr/>
          <p:nvPr/>
        </p:nvSpPr>
        <p:spPr>
          <a:xfrm rot="20419583">
            <a:off x="8971669" y="428949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EC8F28EA-FCE6-8667-F74D-AEE66E5CEFB1}"/>
              </a:ext>
            </a:extLst>
          </p:cNvPr>
          <p:cNvSpPr/>
          <p:nvPr/>
        </p:nvSpPr>
        <p:spPr>
          <a:xfrm rot="20221270">
            <a:off x="9686981" y="4154635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F185122C-98EA-6A1A-6C88-CF93143C7C4E}"/>
              </a:ext>
            </a:extLst>
          </p:cNvPr>
          <p:cNvSpPr/>
          <p:nvPr/>
        </p:nvSpPr>
        <p:spPr>
          <a:xfrm rot="20221270">
            <a:off x="9712385" y="4210367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91DB9E63-1E15-853C-FFB1-D8B5A387C171}"/>
              </a:ext>
            </a:extLst>
          </p:cNvPr>
          <p:cNvSpPr/>
          <p:nvPr/>
        </p:nvSpPr>
        <p:spPr>
          <a:xfrm rot="20221270">
            <a:off x="9725024" y="4226861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780AEB54-CC41-0FBA-6217-9095500AB5D2}"/>
              </a:ext>
            </a:extLst>
          </p:cNvPr>
          <p:cNvSpPr/>
          <p:nvPr/>
        </p:nvSpPr>
        <p:spPr>
          <a:xfrm rot="20221270">
            <a:off x="9755456" y="4228692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29085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084AC-AE3A-F1B4-D4A3-1B0FC4DC2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1C087EEE-C0C9-DCC6-5B6A-9F7069F2299C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5E71F30C-2F51-AE63-9E2A-C0796325DA08}"/>
              </a:ext>
            </a:extLst>
          </p:cNvPr>
          <p:cNvSpPr/>
          <p:nvPr/>
        </p:nvSpPr>
        <p:spPr>
          <a:xfrm rot="16401446">
            <a:off x="9639309" y="468971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B2B5F446-352E-B6A7-24D1-0EC4E11D81C5}"/>
              </a:ext>
            </a:extLst>
          </p:cNvPr>
          <p:cNvSpPr/>
          <p:nvPr/>
        </p:nvSpPr>
        <p:spPr>
          <a:xfrm rot="16401446">
            <a:off x="9858795" y="481465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D30B9676-D4D8-3D6B-E0D8-B700FCF6DC03}"/>
              </a:ext>
            </a:extLst>
          </p:cNvPr>
          <p:cNvSpPr/>
          <p:nvPr/>
        </p:nvSpPr>
        <p:spPr>
          <a:xfrm rot="15409786">
            <a:off x="9411569" y="511146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CBC34D82-D9C4-C935-F40A-CB86D0C42B0A}"/>
              </a:ext>
            </a:extLst>
          </p:cNvPr>
          <p:cNvSpPr/>
          <p:nvPr/>
        </p:nvSpPr>
        <p:spPr>
          <a:xfrm rot="17088480">
            <a:off x="9301519" y="5190903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E50AF352-B6C3-E9A1-23D9-BF27F465C8D4}"/>
              </a:ext>
            </a:extLst>
          </p:cNvPr>
          <p:cNvSpPr/>
          <p:nvPr/>
        </p:nvSpPr>
        <p:spPr>
          <a:xfrm rot="19971432">
            <a:off x="8682515" y="4183070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80333A26-3A59-45F4-4760-AAF2A042B3E8}"/>
              </a:ext>
            </a:extLst>
          </p:cNvPr>
          <p:cNvSpPr/>
          <p:nvPr/>
        </p:nvSpPr>
        <p:spPr>
          <a:xfrm rot="19971432">
            <a:off x="8667772" y="4422057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5832E55B-1F1A-9326-2F52-AC58F9919431}"/>
              </a:ext>
            </a:extLst>
          </p:cNvPr>
          <p:cNvSpPr/>
          <p:nvPr/>
        </p:nvSpPr>
        <p:spPr>
          <a:xfrm rot="17778841">
            <a:off x="9183958" y="4508133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8697FF18-014A-2E3A-7CA0-27397D87FB56}"/>
              </a:ext>
            </a:extLst>
          </p:cNvPr>
          <p:cNvSpPr/>
          <p:nvPr/>
        </p:nvSpPr>
        <p:spPr>
          <a:xfrm rot="17778841">
            <a:off x="9093470" y="4370057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A71630EE-EAE2-C9BE-FE7C-19E5B0792861}"/>
              </a:ext>
            </a:extLst>
          </p:cNvPr>
          <p:cNvSpPr/>
          <p:nvPr/>
        </p:nvSpPr>
        <p:spPr>
          <a:xfrm rot="20672386">
            <a:off x="7969570" y="4726632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86308F66-917C-1B83-D049-D43A8A625A2E}"/>
              </a:ext>
            </a:extLst>
          </p:cNvPr>
          <p:cNvSpPr/>
          <p:nvPr/>
        </p:nvSpPr>
        <p:spPr>
          <a:xfrm rot="20672386">
            <a:off x="7980318" y="4771473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FD76D67F-21E7-910B-879E-64413D66B6F5}"/>
              </a:ext>
            </a:extLst>
          </p:cNvPr>
          <p:cNvSpPr/>
          <p:nvPr/>
        </p:nvSpPr>
        <p:spPr>
          <a:xfrm rot="20672386">
            <a:off x="7919343" y="4504503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1869B14F-83BF-37F5-4F12-E5F0138E3DD4}"/>
              </a:ext>
            </a:extLst>
          </p:cNvPr>
          <p:cNvSpPr/>
          <p:nvPr/>
        </p:nvSpPr>
        <p:spPr>
          <a:xfrm rot="20672386">
            <a:off x="7937193" y="4636012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82773D5E-243F-6AF0-E179-A8637D477A73}"/>
              </a:ext>
            </a:extLst>
          </p:cNvPr>
          <p:cNvSpPr/>
          <p:nvPr/>
        </p:nvSpPr>
        <p:spPr>
          <a:xfrm rot="20672386">
            <a:off x="7946243" y="4702679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D78047DC-F35A-F3B2-F2D0-AEF487201872}"/>
              </a:ext>
            </a:extLst>
          </p:cNvPr>
          <p:cNvSpPr/>
          <p:nvPr/>
        </p:nvSpPr>
        <p:spPr>
          <a:xfrm rot="20672386">
            <a:off x="7973768" y="4509837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D1E9827C-17C9-B954-A975-A9F73660F4EC}"/>
              </a:ext>
            </a:extLst>
          </p:cNvPr>
          <p:cNvSpPr/>
          <p:nvPr/>
        </p:nvSpPr>
        <p:spPr>
          <a:xfrm rot="20221270">
            <a:off x="8680584" y="4379577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99AB8339-EB1F-A272-D84A-83C405D6F329}"/>
              </a:ext>
            </a:extLst>
          </p:cNvPr>
          <p:cNvSpPr/>
          <p:nvPr/>
        </p:nvSpPr>
        <p:spPr>
          <a:xfrm rot="20221270">
            <a:off x="8705988" y="4435309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50FCDA8B-F733-0B5E-CF09-C9499B918B57}"/>
              </a:ext>
            </a:extLst>
          </p:cNvPr>
          <p:cNvSpPr/>
          <p:nvPr/>
        </p:nvSpPr>
        <p:spPr>
          <a:xfrm rot="20221270">
            <a:off x="8718627" y="4451803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595095B3-B593-3A1E-8F57-D499BC35B99E}"/>
              </a:ext>
            </a:extLst>
          </p:cNvPr>
          <p:cNvSpPr/>
          <p:nvPr/>
        </p:nvSpPr>
        <p:spPr>
          <a:xfrm rot="20221270">
            <a:off x="8749059" y="4453634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26908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C41CA-2A2C-9CC6-A4DD-504612886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8D1ECD2A-25E8-0F39-A17B-DE7994A9C51A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D88C3252-C768-BDB4-232C-861330FFD4C1}"/>
              </a:ext>
            </a:extLst>
          </p:cNvPr>
          <p:cNvSpPr/>
          <p:nvPr/>
        </p:nvSpPr>
        <p:spPr>
          <a:xfrm rot="18285901">
            <a:off x="8881307" y="4665319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36A0EF89-11F9-0D87-77B4-5E386CAAAD2D}"/>
              </a:ext>
            </a:extLst>
          </p:cNvPr>
          <p:cNvSpPr/>
          <p:nvPr/>
        </p:nvSpPr>
        <p:spPr>
          <a:xfrm rot="18285901">
            <a:off x="9079788" y="483575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DAE97091-AA6E-EAA2-6C2E-D4A63A916642}"/>
              </a:ext>
            </a:extLst>
          </p:cNvPr>
          <p:cNvSpPr/>
          <p:nvPr/>
        </p:nvSpPr>
        <p:spPr>
          <a:xfrm rot="16646313">
            <a:off x="8656195" y="4972318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E9130FC2-3BF0-10D8-BFF2-26074B533FBA}"/>
              </a:ext>
            </a:extLst>
          </p:cNvPr>
          <p:cNvSpPr/>
          <p:nvPr/>
        </p:nvSpPr>
        <p:spPr>
          <a:xfrm rot="17569559">
            <a:off x="8546145" y="5051755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083A861B-28E8-B6B1-ADA7-633B0AB8C9A8}"/>
              </a:ext>
            </a:extLst>
          </p:cNvPr>
          <p:cNvSpPr/>
          <p:nvPr/>
        </p:nvSpPr>
        <p:spPr>
          <a:xfrm rot="19971432">
            <a:off x="7927141" y="4043922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581DF43A-85C1-2F1D-4D70-7DC4EC32B2EE}"/>
              </a:ext>
            </a:extLst>
          </p:cNvPr>
          <p:cNvSpPr/>
          <p:nvPr/>
        </p:nvSpPr>
        <p:spPr>
          <a:xfrm rot="19971432">
            <a:off x="7912398" y="4282909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FC2F2658-A638-7C32-AFEF-C786A6C291D4}"/>
              </a:ext>
            </a:extLst>
          </p:cNvPr>
          <p:cNvSpPr/>
          <p:nvPr/>
        </p:nvSpPr>
        <p:spPr>
          <a:xfrm rot="20502067">
            <a:off x="8349728" y="4582594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831B6563-A703-0BD1-C749-893FC1F5118F}"/>
              </a:ext>
            </a:extLst>
          </p:cNvPr>
          <p:cNvSpPr/>
          <p:nvPr/>
        </p:nvSpPr>
        <p:spPr>
          <a:xfrm rot="20502067">
            <a:off x="8307441" y="439513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C7F9561F-31E7-47E2-95C2-B58CBEFDFDD0}"/>
              </a:ext>
            </a:extLst>
          </p:cNvPr>
          <p:cNvSpPr/>
          <p:nvPr/>
        </p:nvSpPr>
        <p:spPr>
          <a:xfrm rot="20489736">
            <a:off x="7217915" y="4586051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FE4D14E5-64BC-67A6-3EA6-A0558A5F919A}"/>
              </a:ext>
            </a:extLst>
          </p:cNvPr>
          <p:cNvSpPr/>
          <p:nvPr/>
        </p:nvSpPr>
        <p:spPr>
          <a:xfrm rot="20489736">
            <a:off x="7231061" y="463889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9BF21921-7181-A307-866F-D3644751877B}"/>
              </a:ext>
            </a:extLst>
          </p:cNvPr>
          <p:cNvSpPr/>
          <p:nvPr/>
        </p:nvSpPr>
        <p:spPr>
          <a:xfrm rot="20489736">
            <a:off x="7162296" y="4366851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17839FCB-0BD0-D213-8900-CB34BF6B8A66}"/>
              </a:ext>
            </a:extLst>
          </p:cNvPr>
          <p:cNvSpPr/>
          <p:nvPr/>
        </p:nvSpPr>
        <p:spPr>
          <a:xfrm rot="20489736">
            <a:off x="7183991" y="45000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256C6223-F339-AC69-961F-13A14B9E184A}"/>
              </a:ext>
            </a:extLst>
          </p:cNvPr>
          <p:cNvSpPr/>
          <p:nvPr/>
        </p:nvSpPr>
        <p:spPr>
          <a:xfrm rot="20489736">
            <a:off x="7196486" y="4576736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10EFD80E-C819-F785-6C73-CFD197D51A0B}"/>
              </a:ext>
            </a:extLst>
          </p:cNvPr>
          <p:cNvSpPr/>
          <p:nvPr/>
        </p:nvSpPr>
        <p:spPr>
          <a:xfrm rot="20489736">
            <a:off x="7212763" y="4373898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15C74DD9-26D9-A7EE-4757-704DCF0B2DE4}"/>
              </a:ext>
            </a:extLst>
          </p:cNvPr>
          <p:cNvSpPr/>
          <p:nvPr/>
        </p:nvSpPr>
        <p:spPr>
          <a:xfrm rot="20221270">
            <a:off x="7925210" y="4240429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5BCD40C2-F23F-6589-DC32-3AFDBBE05CEA}"/>
              </a:ext>
            </a:extLst>
          </p:cNvPr>
          <p:cNvSpPr/>
          <p:nvPr/>
        </p:nvSpPr>
        <p:spPr>
          <a:xfrm rot="20221270">
            <a:off x="7950614" y="4296161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95B113FE-50EE-EEEE-387B-18E40F180057}"/>
              </a:ext>
            </a:extLst>
          </p:cNvPr>
          <p:cNvSpPr/>
          <p:nvPr/>
        </p:nvSpPr>
        <p:spPr>
          <a:xfrm rot="20221270">
            <a:off x="7963253" y="4312655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3EA9E668-5CC2-A95C-485D-45AFC35822FA}"/>
              </a:ext>
            </a:extLst>
          </p:cNvPr>
          <p:cNvSpPr/>
          <p:nvPr/>
        </p:nvSpPr>
        <p:spPr>
          <a:xfrm rot="20221270">
            <a:off x="7993685" y="4314486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46366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5A63B-A755-75D3-E0EA-7FCDB237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00DB8A66-5A98-341A-0533-B68C1FD957C2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83751AB4-CB55-9463-36BC-566AB0590AC2}"/>
              </a:ext>
            </a:extLst>
          </p:cNvPr>
          <p:cNvSpPr/>
          <p:nvPr/>
        </p:nvSpPr>
        <p:spPr>
          <a:xfrm rot="19971432">
            <a:off x="7222311" y="4183070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49A3F466-4672-A2E1-4020-4163E4826C09}"/>
              </a:ext>
            </a:extLst>
          </p:cNvPr>
          <p:cNvSpPr/>
          <p:nvPr/>
        </p:nvSpPr>
        <p:spPr>
          <a:xfrm rot="17844882">
            <a:off x="8212117" y="4791450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5CDE7DBC-F611-2738-9D37-EC5DE80225DE}"/>
              </a:ext>
            </a:extLst>
          </p:cNvPr>
          <p:cNvSpPr/>
          <p:nvPr/>
        </p:nvSpPr>
        <p:spPr>
          <a:xfrm rot="17844882">
            <a:off x="8417709" y="495238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AE27D1A0-1364-8A8E-E023-F182E537738A}"/>
              </a:ext>
            </a:extLst>
          </p:cNvPr>
          <p:cNvSpPr/>
          <p:nvPr/>
        </p:nvSpPr>
        <p:spPr>
          <a:xfrm rot="15409786">
            <a:off x="7951365" y="511146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FAD8AF31-3CCF-F2D6-EC6A-DFED213C01D8}"/>
              </a:ext>
            </a:extLst>
          </p:cNvPr>
          <p:cNvSpPr/>
          <p:nvPr/>
        </p:nvSpPr>
        <p:spPr>
          <a:xfrm rot="17088480">
            <a:off x="7841315" y="5190903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A4ED6165-A8F4-2C6B-5D5B-5026FE1D9DE7}"/>
              </a:ext>
            </a:extLst>
          </p:cNvPr>
          <p:cNvSpPr/>
          <p:nvPr/>
        </p:nvSpPr>
        <p:spPr>
          <a:xfrm rot="19971432">
            <a:off x="7207568" y="4422057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B5FC9BE6-FCCE-AA49-CF27-C1C57AE4770B}"/>
              </a:ext>
            </a:extLst>
          </p:cNvPr>
          <p:cNvSpPr/>
          <p:nvPr/>
        </p:nvSpPr>
        <p:spPr>
          <a:xfrm rot="17778841">
            <a:off x="7723754" y="4508133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D2101620-18B6-2043-DBDC-DB4BCDED808B}"/>
              </a:ext>
            </a:extLst>
          </p:cNvPr>
          <p:cNvSpPr/>
          <p:nvPr/>
        </p:nvSpPr>
        <p:spPr>
          <a:xfrm rot="17778841">
            <a:off x="7633266" y="4370057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AE13AF35-2A78-4B46-A643-0555128814D0}"/>
              </a:ext>
            </a:extLst>
          </p:cNvPr>
          <p:cNvSpPr/>
          <p:nvPr/>
        </p:nvSpPr>
        <p:spPr>
          <a:xfrm rot="20672386">
            <a:off x="6509366" y="4726632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084FDBD8-257D-6203-11DC-2A4958529AB7}"/>
              </a:ext>
            </a:extLst>
          </p:cNvPr>
          <p:cNvSpPr/>
          <p:nvPr/>
        </p:nvSpPr>
        <p:spPr>
          <a:xfrm rot="20672386">
            <a:off x="6520114" y="4771473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ABB1DF99-D190-4F2A-FE69-189ECAF0731B}"/>
              </a:ext>
            </a:extLst>
          </p:cNvPr>
          <p:cNvSpPr/>
          <p:nvPr/>
        </p:nvSpPr>
        <p:spPr>
          <a:xfrm rot="20672386">
            <a:off x="6459139" y="4504503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C5AD51A3-0C13-0326-CD00-03B03FC8A5F8}"/>
              </a:ext>
            </a:extLst>
          </p:cNvPr>
          <p:cNvSpPr/>
          <p:nvPr/>
        </p:nvSpPr>
        <p:spPr>
          <a:xfrm rot="20672386">
            <a:off x="6476989" y="4636012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436E68B3-9E69-DCCA-649D-6883C035D06B}"/>
              </a:ext>
            </a:extLst>
          </p:cNvPr>
          <p:cNvSpPr/>
          <p:nvPr/>
        </p:nvSpPr>
        <p:spPr>
          <a:xfrm rot="20672386">
            <a:off x="6486039" y="4702679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137152EA-E5FD-17AC-DA03-FC601E0061B3}"/>
              </a:ext>
            </a:extLst>
          </p:cNvPr>
          <p:cNvSpPr/>
          <p:nvPr/>
        </p:nvSpPr>
        <p:spPr>
          <a:xfrm rot="20672386">
            <a:off x="6513564" y="4509837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E735877D-E96B-4746-0577-FAA7D7F7F85B}"/>
              </a:ext>
            </a:extLst>
          </p:cNvPr>
          <p:cNvSpPr/>
          <p:nvPr/>
        </p:nvSpPr>
        <p:spPr>
          <a:xfrm rot="20221270">
            <a:off x="7220380" y="4379577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2A0345D3-5D3D-75F7-D239-58C2DACF5458}"/>
              </a:ext>
            </a:extLst>
          </p:cNvPr>
          <p:cNvSpPr/>
          <p:nvPr/>
        </p:nvSpPr>
        <p:spPr>
          <a:xfrm rot="20221270">
            <a:off x="7245784" y="4435309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2F0CD166-0517-D3BE-0886-7E4A0F934D0A}"/>
              </a:ext>
            </a:extLst>
          </p:cNvPr>
          <p:cNvSpPr/>
          <p:nvPr/>
        </p:nvSpPr>
        <p:spPr>
          <a:xfrm rot="20221270">
            <a:off x="7258423" y="4451803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62BA3DA7-733E-6E6D-A2B1-7396D0C9E317}"/>
              </a:ext>
            </a:extLst>
          </p:cNvPr>
          <p:cNvSpPr/>
          <p:nvPr/>
        </p:nvSpPr>
        <p:spPr>
          <a:xfrm rot="20221270">
            <a:off x="7288855" y="4453634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28715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3917D-7EC4-661E-9183-D53727B8C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D4CE6868-BDBA-5219-F35D-3E4363CFF055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C324D9A1-51DD-224A-BDAD-C114DBF29DF6}"/>
              </a:ext>
            </a:extLst>
          </p:cNvPr>
          <p:cNvSpPr/>
          <p:nvPr/>
        </p:nvSpPr>
        <p:spPr>
          <a:xfrm rot="18695501">
            <a:off x="7675962" y="4665319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EF3005D6-9A5D-AC77-0809-2EEBAB1AC83E}"/>
              </a:ext>
            </a:extLst>
          </p:cNvPr>
          <p:cNvSpPr/>
          <p:nvPr/>
        </p:nvSpPr>
        <p:spPr>
          <a:xfrm rot="18285901">
            <a:off x="7874443" y="483575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F5DDC518-F70C-0863-8EA5-79606441169A}"/>
              </a:ext>
            </a:extLst>
          </p:cNvPr>
          <p:cNvSpPr/>
          <p:nvPr/>
        </p:nvSpPr>
        <p:spPr>
          <a:xfrm rot="15727016">
            <a:off x="7450850" y="4972318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C3AC3920-E2CC-EABC-DF43-496C80CC1536}"/>
              </a:ext>
            </a:extLst>
          </p:cNvPr>
          <p:cNvSpPr/>
          <p:nvPr/>
        </p:nvSpPr>
        <p:spPr>
          <a:xfrm rot="16530525">
            <a:off x="7340800" y="5051755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C73419E-C887-E0D0-D500-2ACE4F73CAFD}"/>
              </a:ext>
            </a:extLst>
          </p:cNvPr>
          <p:cNvSpPr/>
          <p:nvPr/>
        </p:nvSpPr>
        <p:spPr>
          <a:xfrm rot="19971432">
            <a:off x="6721796" y="4043922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C84EBD07-1B12-424C-EBAF-719C6D7F9832}"/>
              </a:ext>
            </a:extLst>
          </p:cNvPr>
          <p:cNvSpPr/>
          <p:nvPr/>
        </p:nvSpPr>
        <p:spPr>
          <a:xfrm rot="19971432">
            <a:off x="6707053" y="4282909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208E9110-36F1-19CF-B053-AAFCF48C7206}"/>
              </a:ext>
            </a:extLst>
          </p:cNvPr>
          <p:cNvSpPr/>
          <p:nvPr/>
        </p:nvSpPr>
        <p:spPr>
          <a:xfrm rot="20502067">
            <a:off x="7144383" y="4582594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EF0A133E-E6EF-4261-44EE-C57710CFC1C4}"/>
              </a:ext>
            </a:extLst>
          </p:cNvPr>
          <p:cNvSpPr/>
          <p:nvPr/>
        </p:nvSpPr>
        <p:spPr>
          <a:xfrm rot="20502067">
            <a:off x="7102096" y="439513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7548912D-CF10-0318-24BD-0627A0ECFEB3}"/>
              </a:ext>
            </a:extLst>
          </p:cNvPr>
          <p:cNvSpPr/>
          <p:nvPr/>
        </p:nvSpPr>
        <p:spPr>
          <a:xfrm rot="20489736">
            <a:off x="6012570" y="4586051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CDB23876-47F4-D694-64ED-EAB7D195FC0E}"/>
              </a:ext>
            </a:extLst>
          </p:cNvPr>
          <p:cNvSpPr/>
          <p:nvPr/>
        </p:nvSpPr>
        <p:spPr>
          <a:xfrm rot="20489736">
            <a:off x="6025716" y="463889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04EA1B65-B88B-9DFB-391F-409935C18357}"/>
              </a:ext>
            </a:extLst>
          </p:cNvPr>
          <p:cNvSpPr/>
          <p:nvPr/>
        </p:nvSpPr>
        <p:spPr>
          <a:xfrm rot="20489736">
            <a:off x="5956951" y="4366851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63BFC82D-6C9C-C2A0-9866-648FF52BAE6B}"/>
              </a:ext>
            </a:extLst>
          </p:cNvPr>
          <p:cNvSpPr/>
          <p:nvPr/>
        </p:nvSpPr>
        <p:spPr>
          <a:xfrm rot="20489736">
            <a:off x="5978646" y="45000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BAFE5D09-256C-1C93-A04D-5E835F6F42CE}"/>
              </a:ext>
            </a:extLst>
          </p:cNvPr>
          <p:cNvSpPr/>
          <p:nvPr/>
        </p:nvSpPr>
        <p:spPr>
          <a:xfrm rot="20489736">
            <a:off x="5991141" y="4576736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51B75730-F9D7-8153-C414-3F667E8572DA}"/>
              </a:ext>
            </a:extLst>
          </p:cNvPr>
          <p:cNvSpPr/>
          <p:nvPr/>
        </p:nvSpPr>
        <p:spPr>
          <a:xfrm rot="20489736">
            <a:off x="6007418" y="4373898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A911A132-D0C4-551B-1BB1-8C5EF947AF3A}"/>
              </a:ext>
            </a:extLst>
          </p:cNvPr>
          <p:cNvSpPr/>
          <p:nvPr/>
        </p:nvSpPr>
        <p:spPr>
          <a:xfrm rot="20221270">
            <a:off x="6719865" y="4240429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A08147CA-F358-721D-DF69-483B8A0DC681}"/>
              </a:ext>
            </a:extLst>
          </p:cNvPr>
          <p:cNvSpPr/>
          <p:nvPr/>
        </p:nvSpPr>
        <p:spPr>
          <a:xfrm rot="20221270">
            <a:off x="6745269" y="4296161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E86A5BF6-EE4E-97CA-BC7A-864F62C6AA4B}"/>
              </a:ext>
            </a:extLst>
          </p:cNvPr>
          <p:cNvSpPr/>
          <p:nvPr/>
        </p:nvSpPr>
        <p:spPr>
          <a:xfrm rot="20221270">
            <a:off x="6757908" y="4312655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338D462E-89C2-66DF-04FA-2CA13B20E854}"/>
              </a:ext>
            </a:extLst>
          </p:cNvPr>
          <p:cNvSpPr/>
          <p:nvPr/>
        </p:nvSpPr>
        <p:spPr>
          <a:xfrm rot="20221270">
            <a:off x="6788340" y="4314486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00759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6AEC-1AA1-9FDF-D900-FFF76B00C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D33ECC92-1F05-9DE4-B10E-DBE0FB5249AA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DDEDB39D-211C-7DE8-1179-8EAEB7A28DAE}"/>
              </a:ext>
            </a:extLst>
          </p:cNvPr>
          <p:cNvSpPr/>
          <p:nvPr/>
        </p:nvSpPr>
        <p:spPr>
          <a:xfrm rot="19971432">
            <a:off x="6249723" y="4183070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F05BF6A9-FAB4-1D4E-0477-C2DD5FD9471A}"/>
              </a:ext>
            </a:extLst>
          </p:cNvPr>
          <p:cNvSpPr/>
          <p:nvPr/>
        </p:nvSpPr>
        <p:spPr>
          <a:xfrm rot="17844882">
            <a:off x="7239529" y="4791450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7249FA44-4A16-CBAC-AECA-B33501E3385D}"/>
              </a:ext>
            </a:extLst>
          </p:cNvPr>
          <p:cNvSpPr/>
          <p:nvPr/>
        </p:nvSpPr>
        <p:spPr>
          <a:xfrm rot="17844882">
            <a:off x="7445121" y="495238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996E3E4A-D568-2DD0-D4C7-6252B0E51BA8}"/>
              </a:ext>
            </a:extLst>
          </p:cNvPr>
          <p:cNvSpPr/>
          <p:nvPr/>
        </p:nvSpPr>
        <p:spPr>
          <a:xfrm rot="15409786">
            <a:off x="6978777" y="511146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E342DFDA-96B4-D363-A031-9BCDAF217BF5}"/>
              </a:ext>
            </a:extLst>
          </p:cNvPr>
          <p:cNvSpPr/>
          <p:nvPr/>
        </p:nvSpPr>
        <p:spPr>
          <a:xfrm rot="17088480">
            <a:off x="6868727" y="5190903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7FBD7445-8283-007A-771E-852C0A98D4A3}"/>
              </a:ext>
            </a:extLst>
          </p:cNvPr>
          <p:cNvSpPr/>
          <p:nvPr/>
        </p:nvSpPr>
        <p:spPr>
          <a:xfrm rot="19971432">
            <a:off x="6234980" y="4422057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DC04C6BE-AD0E-7775-30E6-FE8247A51883}"/>
              </a:ext>
            </a:extLst>
          </p:cNvPr>
          <p:cNvSpPr/>
          <p:nvPr/>
        </p:nvSpPr>
        <p:spPr>
          <a:xfrm rot="17778841">
            <a:off x="6751166" y="4508133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8EEEC833-EF2B-2483-4CC2-46500C68CDF3}"/>
              </a:ext>
            </a:extLst>
          </p:cNvPr>
          <p:cNvSpPr/>
          <p:nvPr/>
        </p:nvSpPr>
        <p:spPr>
          <a:xfrm rot="17778841">
            <a:off x="6660678" y="4370057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0C18C27C-54B6-FB29-77F8-CD1EAAC7822A}"/>
              </a:ext>
            </a:extLst>
          </p:cNvPr>
          <p:cNvSpPr/>
          <p:nvPr/>
        </p:nvSpPr>
        <p:spPr>
          <a:xfrm rot="20672386">
            <a:off x="5536778" y="4726632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3E8CB03D-3AB1-A40E-8C12-08EAE2788070}"/>
              </a:ext>
            </a:extLst>
          </p:cNvPr>
          <p:cNvSpPr/>
          <p:nvPr/>
        </p:nvSpPr>
        <p:spPr>
          <a:xfrm rot="20672386">
            <a:off x="5547526" y="4771473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8E5CAB06-A1D7-6349-1D02-E711F5A61CE3}"/>
              </a:ext>
            </a:extLst>
          </p:cNvPr>
          <p:cNvSpPr/>
          <p:nvPr/>
        </p:nvSpPr>
        <p:spPr>
          <a:xfrm rot="20672386">
            <a:off x="5486551" y="4504503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72183AFC-C673-6C45-BA3B-D06098819DC9}"/>
              </a:ext>
            </a:extLst>
          </p:cNvPr>
          <p:cNvSpPr/>
          <p:nvPr/>
        </p:nvSpPr>
        <p:spPr>
          <a:xfrm rot="20672386">
            <a:off x="5504401" y="4636012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E2613217-96F4-4C4C-EC70-5AE60B3BDBE7}"/>
              </a:ext>
            </a:extLst>
          </p:cNvPr>
          <p:cNvSpPr/>
          <p:nvPr/>
        </p:nvSpPr>
        <p:spPr>
          <a:xfrm rot="20672386">
            <a:off x="5513451" y="4702679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1F7E04F3-C2CB-9FA2-FA01-F7F16362FD92}"/>
              </a:ext>
            </a:extLst>
          </p:cNvPr>
          <p:cNvSpPr/>
          <p:nvPr/>
        </p:nvSpPr>
        <p:spPr>
          <a:xfrm rot="20672386">
            <a:off x="5540976" y="4509837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50033D73-C32A-D965-5D9C-074266961C0A}"/>
              </a:ext>
            </a:extLst>
          </p:cNvPr>
          <p:cNvSpPr/>
          <p:nvPr/>
        </p:nvSpPr>
        <p:spPr>
          <a:xfrm rot="20221270">
            <a:off x="6247792" y="4379577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F4D25734-6090-A4AB-B822-7A654F76B7C8}"/>
              </a:ext>
            </a:extLst>
          </p:cNvPr>
          <p:cNvSpPr/>
          <p:nvPr/>
        </p:nvSpPr>
        <p:spPr>
          <a:xfrm rot="20221270">
            <a:off x="6273196" y="4435309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4796CFDD-3CA8-80D5-D534-AEEA482B4326}"/>
              </a:ext>
            </a:extLst>
          </p:cNvPr>
          <p:cNvSpPr/>
          <p:nvPr/>
        </p:nvSpPr>
        <p:spPr>
          <a:xfrm rot="20221270">
            <a:off x="6285835" y="4451803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92CFBA25-2327-E07D-6E88-36E6614CF14D}"/>
              </a:ext>
            </a:extLst>
          </p:cNvPr>
          <p:cNvSpPr/>
          <p:nvPr/>
        </p:nvSpPr>
        <p:spPr>
          <a:xfrm rot="20221270">
            <a:off x="6316267" y="4453634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81407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587F4-FA80-6F65-C926-D8BB99E4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9D24BE40-31F7-81E7-5684-FDE907B19C11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643B8BE7-DC4F-8710-0A58-430A52796BE2}"/>
              </a:ext>
            </a:extLst>
          </p:cNvPr>
          <p:cNvSpPr/>
          <p:nvPr/>
        </p:nvSpPr>
        <p:spPr>
          <a:xfrm rot="17677334">
            <a:off x="6395803" y="4665319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0E92FE8D-31A1-A2BD-7F0F-08AA6BD10858}"/>
              </a:ext>
            </a:extLst>
          </p:cNvPr>
          <p:cNvSpPr/>
          <p:nvPr/>
        </p:nvSpPr>
        <p:spPr>
          <a:xfrm rot="17677334">
            <a:off x="6594284" y="483575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13D5CEE0-71FC-4A70-F9C3-9BF81AD11250}"/>
              </a:ext>
            </a:extLst>
          </p:cNvPr>
          <p:cNvSpPr/>
          <p:nvPr/>
        </p:nvSpPr>
        <p:spPr>
          <a:xfrm rot="14319266">
            <a:off x="6170691" y="4972318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521DC977-6FB5-DF89-3CFD-CD2D245BDF59}"/>
              </a:ext>
            </a:extLst>
          </p:cNvPr>
          <p:cNvSpPr/>
          <p:nvPr/>
        </p:nvSpPr>
        <p:spPr>
          <a:xfrm rot="16530525">
            <a:off x="6060641" y="5051755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9055B385-8969-29B2-F635-6C54013C6F49}"/>
              </a:ext>
            </a:extLst>
          </p:cNvPr>
          <p:cNvSpPr/>
          <p:nvPr/>
        </p:nvSpPr>
        <p:spPr>
          <a:xfrm rot="19971432">
            <a:off x="5441637" y="4043922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35C26A11-B7A4-36D3-3B75-6502CDCA6386}"/>
              </a:ext>
            </a:extLst>
          </p:cNvPr>
          <p:cNvSpPr/>
          <p:nvPr/>
        </p:nvSpPr>
        <p:spPr>
          <a:xfrm rot="19971432">
            <a:off x="5426894" y="4282909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CAEBD985-FC7D-AC0C-462D-D3003A547087}"/>
              </a:ext>
            </a:extLst>
          </p:cNvPr>
          <p:cNvSpPr/>
          <p:nvPr/>
        </p:nvSpPr>
        <p:spPr>
          <a:xfrm rot="20502067">
            <a:off x="5864224" y="4582594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07DF6A8D-9A5E-16EE-6BBE-EB47F2DE7052}"/>
              </a:ext>
            </a:extLst>
          </p:cNvPr>
          <p:cNvSpPr/>
          <p:nvPr/>
        </p:nvSpPr>
        <p:spPr>
          <a:xfrm rot="20502067">
            <a:off x="5821937" y="439513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EC70FD87-9E7D-8A70-81F8-5025251430B4}"/>
              </a:ext>
            </a:extLst>
          </p:cNvPr>
          <p:cNvSpPr/>
          <p:nvPr/>
        </p:nvSpPr>
        <p:spPr>
          <a:xfrm rot="20489736">
            <a:off x="4732411" y="4586051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CF2C4920-D0B3-DCBD-C6D7-9C08ED5AE730}"/>
              </a:ext>
            </a:extLst>
          </p:cNvPr>
          <p:cNvSpPr/>
          <p:nvPr/>
        </p:nvSpPr>
        <p:spPr>
          <a:xfrm rot="20489736">
            <a:off x="4745557" y="463889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C8FD0CF4-DC29-EEF2-9868-23EB6FD0377E}"/>
              </a:ext>
            </a:extLst>
          </p:cNvPr>
          <p:cNvSpPr/>
          <p:nvPr/>
        </p:nvSpPr>
        <p:spPr>
          <a:xfrm rot="20489736">
            <a:off x="4676792" y="4366851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B14C05D1-17BD-8686-51A5-35BDF672F357}"/>
              </a:ext>
            </a:extLst>
          </p:cNvPr>
          <p:cNvSpPr/>
          <p:nvPr/>
        </p:nvSpPr>
        <p:spPr>
          <a:xfrm rot="20489736">
            <a:off x="4698487" y="45000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57C12C5B-E720-97AB-738D-352F8D1EDFF0}"/>
              </a:ext>
            </a:extLst>
          </p:cNvPr>
          <p:cNvSpPr/>
          <p:nvPr/>
        </p:nvSpPr>
        <p:spPr>
          <a:xfrm rot="20489736">
            <a:off x="4710982" y="4576736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758351DC-AD8F-2F72-E832-C7E25E1BF25E}"/>
              </a:ext>
            </a:extLst>
          </p:cNvPr>
          <p:cNvSpPr/>
          <p:nvPr/>
        </p:nvSpPr>
        <p:spPr>
          <a:xfrm rot="20489736">
            <a:off x="4727259" y="4373898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84C8576C-F048-5E5F-EDEA-9D9CA728C9C5}"/>
              </a:ext>
            </a:extLst>
          </p:cNvPr>
          <p:cNvSpPr/>
          <p:nvPr/>
        </p:nvSpPr>
        <p:spPr>
          <a:xfrm rot="20221270">
            <a:off x="5439706" y="4240429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9EE6D33B-F450-97BF-CC0D-5788D6269F50}"/>
              </a:ext>
            </a:extLst>
          </p:cNvPr>
          <p:cNvSpPr/>
          <p:nvPr/>
        </p:nvSpPr>
        <p:spPr>
          <a:xfrm rot="20221270">
            <a:off x="5465110" y="4296161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16FC25E1-36FD-7217-4D51-F8F1B1710B84}"/>
              </a:ext>
            </a:extLst>
          </p:cNvPr>
          <p:cNvSpPr/>
          <p:nvPr/>
        </p:nvSpPr>
        <p:spPr>
          <a:xfrm rot="20221270">
            <a:off x="5477749" y="4312655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EC2B7F20-D4E2-2CC3-8F5A-4FC596FE3832}"/>
              </a:ext>
            </a:extLst>
          </p:cNvPr>
          <p:cNvSpPr/>
          <p:nvPr/>
        </p:nvSpPr>
        <p:spPr>
          <a:xfrm rot="20221270">
            <a:off x="5508181" y="4314486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16924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F9AEB-DCD1-AD50-667A-4C2B16E80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BAF503C1-16E3-5AF4-0BCE-57C3C0D3FA1F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E951F9E6-7BC4-5F7A-3D3E-3B3B7B911B13}"/>
              </a:ext>
            </a:extLst>
          </p:cNvPr>
          <p:cNvSpPr/>
          <p:nvPr/>
        </p:nvSpPr>
        <p:spPr>
          <a:xfrm rot="19971432">
            <a:off x="4404297" y="4183070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53DBCB53-B495-8904-98FC-ED812A6F9621}"/>
              </a:ext>
            </a:extLst>
          </p:cNvPr>
          <p:cNvSpPr/>
          <p:nvPr/>
        </p:nvSpPr>
        <p:spPr>
          <a:xfrm rot="17844882">
            <a:off x="5394103" y="4791450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D1FDFC77-BB9D-CF77-0383-4549AEE42DA2}"/>
              </a:ext>
            </a:extLst>
          </p:cNvPr>
          <p:cNvSpPr/>
          <p:nvPr/>
        </p:nvSpPr>
        <p:spPr>
          <a:xfrm rot="17844882">
            <a:off x="5599695" y="495238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A49ADAB3-FCBE-496A-919B-A95CECB3ED3C}"/>
              </a:ext>
            </a:extLst>
          </p:cNvPr>
          <p:cNvSpPr/>
          <p:nvPr/>
        </p:nvSpPr>
        <p:spPr>
          <a:xfrm rot="15409786">
            <a:off x="5133351" y="511146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53A77B75-5653-E16E-DD05-2B53CD6BB43C}"/>
              </a:ext>
            </a:extLst>
          </p:cNvPr>
          <p:cNvSpPr/>
          <p:nvPr/>
        </p:nvSpPr>
        <p:spPr>
          <a:xfrm rot="17088480">
            <a:off x="5023301" y="5190903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3EFF5683-3D68-ED17-6589-FB3006E1AE6E}"/>
              </a:ext>
            </a:extLst>
          </p:cNvPr>
          <p:cNvSpPr/>
          <p:nvPr/>
        </p:nvSpPr>
        <p:spPr>
          <a:xfrm rot="19971432">
            <a:off x="4389554" y="4422057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D25B7C94-98D9-4BE5-8BCF-8D5DA3F7D9EB}"/>
              </a:ext>
            </a:extLst>
          </p:cNvPr>
          <p:cNvSpPr/>
          <p:nvPr/>
        </p:nvSpPr>
        <p:spPr>
          <a:xfrm rot="17778841">
            <a:off x="4905740" y="4508133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76744343-31F4-F0EA-A1F1-9FB68576EDE0}"/>
              </a:ext>
            </a:extLst>
          </p:cNvPr>
          <p:cNvSpPr/>
          <p:nvPr/>
        </p:nvSpPr>
        <p:spPr>
          <a:xfrm rot="17778841">
            <a:off x="4815252" y="4370057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AED3E31A-C5AD-6435-2AB2-EB51CF5FDCBD}"/>
              </a:ext>
            </a:extLst>
          </p:cNvPr>
          <p:cNvSpPr/>
          <p:nvPr/>
        </p:nvSpPr>
        <p:spPr>
          <a:xfrm rot="20672386">
            <a:off x="3691352" y="4726632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659F69EC-D1CF-BC42-F95C-FF5BC2CA864A}"/>
              </a:ext>
            </a:extLst>
          </p:cNvPr>
          <p:cNvSpPr/>
          <p:nvPr/>
        </p:nvSpPr>
        <p:spPr>
          <a:xfrm rot="20672386">
            <a:off x="3702100" y="4771473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C402684C-9D7D-8623-7168-C6092B605E69}"/>
              </a:ext>
            </a:extLst>
          </p:cNvPr>
          <p:cNvSpPr/>
          <p:nvPr/>
        </p:nvSpPr>
        <p:spPr>
          <a:xfrm rot="20672386">
            <a:off x="3641125" y="4504503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7BF1D974-EB91-5126-14F2-830A21094099}"/>
              </a:ext>
            </a:extLst>
          </p:cNvPr>
          <p:cNvSpPr/>
          <p:nvPr/>
        </p:nvSpPr>
        <p:spPr>
          <a:xfrm rot="20672386">
            <a:off x="3658975" y="4636012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226713C7-5FC5-4917-6973-26CF8F9F78E4}"/>
              </a:ext>
            </a:extLst>
          </p:cNvPr>
          <p:cNvSpPr/>
          <p:nvPr/>
        </p:nvSpPr>
        <p:spPr>
          <a:xfrm rot="20672386">
            <a:off x="3668025" y="4702679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316EF626-ADCF-BFFD-4A07-DF94AE1AA46C}"/>
              </a:ext>
            </a:extLst>
          </p:cNvPr>
          <p:cNvSpPr/>
          <p:nvPr/>
        </p:nvSpPr>
        <p:spPr>
          <a:xfrm rot="20672386">
            <a:off x="3695550" y="4509837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4C97C49B-BCD8-C040-2EBF-93880D7A9DB7}"/>
              </a:ext>
            </a:extLst>
          </p:cNvPr>
          <p:cNvSpPr/>
          <p:nvPr/>
        </p:nvSpPr>
        <p:spPr>
          <a:xfrm rot="20221270">
            <a:off x="4402366" y="4379577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B85F3ECA-5490-6DD0-67DE-4D6165278E44}"/>
              </a:ext>
            </a:extLst>
          </p:cNvPr>
          <p:cNvSpPr/>
          <p:nvPr/>
        </p:nvSpPr>
        <p:spPr>
          <a:xfrm rot="20221270">
            <a:off x="4427770" y="4435309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85693BD4-896E-2079-4708-8F0B9FCA01BC}"/>
              </a:ext>
            </a:extLst>
          </p:cNvPr>
          <p:cNvSpPr/>
          <p:nvPr/>
        </p:nvSpPr>
        <p:spPr>
          <a:xfrm rot="20221270">
            <a:off x="4440409" y="4451803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23E043D3-7ED5-7325-A762-E7ED1F62A435}"/>
              </a:ext>
            </a:extLst>
          </p:cNvPr>
          <p:cNvSpPr/>
          <p:nvPr/>
        </p:nvSpPr>
        <p:spPr>
          <a:xfrm rot="20221270">
            <a:off x="4470841" y="4453634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33174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26860-329B-8D7A-A4FC-4F06C4F21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DE662B00-6A64-0140-4DE5-7EA4A2B0A6DC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6615A6F7-1759-9A85-74B7-C1E68AD24408}"/>
              </a:ext>
            </a:extLst>
          </p:cNvPr>
          <p:cNvSpPr/>
          <p:nvPr/>
        </p:nvSpPr>
        <p:spPr>
          <a:xfrm rot="18285901">
            <a:off x="4517128" y="4665319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8CA13A18-9176-6A53-3508-11AEA4DE23C5}"/>
              </a:ext>
            </a:extLst>
          </p:cNvPr>
          <p:cNvSpPr/>
          <p:nvPr/>
        </p:nvSpPr>
        <p:spPr>
          <a:xfrm rot="18285901">
            <a:off x="4715609" y="483575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703817D9-4B64-FC35-8937-82D5389A2D50}"/>
              </a:ext>
            </a:extLst>
          </p:cNvPr>
          <p:cNvSpPr/>
          <p:nvPr/>
        </p:nvSpPr>
        <p:spPr>
          <a:xfrm rot="14144392">
            <a:off x="4292016" y="4972318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EF081A7F-7597-B116-906D-5376345C5DB4}"/>
              </a:ext>
            </a:extLst>
          </p:cNvPr>
          <p:cNvSpPr/>
          <p:nvPr/>
        </p:nvSpPr>
        <p:spPr>
          <a:xfrm rot="15804691">
            <a:off x="4181966" y="5051755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32C56134-0CA6-1BF3-C0F1-5B04C9E7BBF5}"/>
              </a:ext>
            </a:extLst>
          </p:cNvPr>
          <p:cNvSpPr/>
          <p:nvPr/>
        </p:nvSpPr>
        <p:spPr>
          <a:xfrm rot="19971432">
            <a:off x="3562962" y="4043922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E0069125-7E52-4606-F634-23FF8B5AFE21}"/>
              </a:ext>
            </a:extLst>
          </p:cNvPr>
          <p:cNvSpPr/>
          <p:nvPr/>
        </p:nvSpPr>
        <p:spPr>
          <a:xfrm rot="19971432">
            <a:off x="3548219" y="4282909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2F1613CC-E9DC-4082-80D0-5D2FD4AFF9E8}"/>
              </a:ext>
            </a:extLst>
          </p:cNvPr>
          <p:cNvSpPr/>
          <p:nvPr/>
        </p:nvSpPr>
        <p:spPr>
          <a:xfrm rot="20502067">
            <a:off x="3985549" y="4582594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EEB60908-C6DA-7142-6A91-A2CE9DAC903A}"/>
              </a:ext>
            </a:extLst>
          </p:cNvPr>
          <p:cNvSpPr/>
          <p:nvPr/>
        </p:nvSpPr>
        <p:spPr>
          <a:xfrm rot="20502067">
            <a:off x="3943262" y="439513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9C0DA4D1-3521-A1C6-0816-DDC3F81A86D1}"/>
              </a:ext>
            </a:extLst>
          </p:cNvPr>
          <p:cNvSpPr/>
          <p:nvPr/>
        </p:nvSpPr>
        <p:spPr>
          <a:xfrm rot="20489736">
            <a:off x="2853736" y="4586051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404C6B3B-070C-0E9B-FEFF-AAF20F335726}"/>
              </a:ext>
            </a:extLst>
          </p:cNvPr>
          <p:cNvSpPr/>
          <p:nvPr/>
        </p:nvSpPr>
        <p:spPr>
          <a:xfrm rot="20489736">
            <a:off x="2866882" y="463889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68C10413-4C98-5CA0-E4AB-B0F0E2FFD8B9}"/>
              </a:ext>
            </a:extLst>
          </p:cNvPr>
          <p:cNvSpPr/>
          <p:nvPr/>
        </p:nvSpPr>
        <p:spPr>
          <a:xfrm rot="20489736">
            <a:off x="2798117" y="4366851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41F9A123-392E-9260-07CD-F79503281545}"/>
              </a:ext>
            </a:extLst>
          </p:cNvPr>
          <p:cNvSpPr/>
          <p:nvPr/>
        </p:nvSpPr>
        <p:spPr>
          <a:xfrm rot="20489736">
            <a:off x="2819812" y="45000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12546021-1F58-DB6C-6482-BBFF822712F9}"/>
              </a:ext>
            </a:extLst>
          </p:cNvPr>
          <p:cNvSpPr/>
          <p:nvPr/>
        </p:nvSpPr>
        <p:spPr>
          <a:xfrm rot="20489736">
            <a:off x="2832307" y="4576736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F066AD66-9085-E96F-39B6-772CC9444B91}"/>
              </a:ext>
            </a:extLst>
          </p:cNvPr>
          <p:cNvSpPr/>
          <p:nvPr/>
        </p:nvSpPr>
        <p:spPr>
          <a:xfrm rot="20489736">
            <a:off x="2848584" y="4373898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6F760D6C-974C-2EE5-BE2E-02EDE55AEC52}"/>
              </a:ext>
            </a:extLst>
          </p:cNvPr>
          <p:cNvSpPr/>
          <p:nvPr/>
        </p:nvSpPr>
        <p:spPr>
          <a:xfrm rot="20221270">
            <a:off x="3561031" y="4240429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169AD38F-0B0C-65A7-C250-5B06A1D016D4}"/>
              </a:ext>
            </a:extLst>
          </p:cNvPr>
          <p:cNvSpPr/>
          <p:nvPr/>
        </p:nvSpPr>
        <p:spPr>
          <a:xfrm rot="20221270">
            <a:off x="3586435" y="4296161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BAC4E07E-79C2-CD18-D9B6-5E2211488551}"/>
              </a:ext>
            </a:extLst>
          </p:cNvPr>
          <p:cNvSpPr/>
          <p:nvPr/>
        </p:nvSpPr>
        <p:spPr>
          <a:xfrm rot="20221270">
            <a:off x="3599074" y="4312655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868D5654-567E-C68C-8D24-99C8D4B6FF41}"/>
              </a:ext>
            </a:extLst>
          </p:cNvPr>
          <p:cNvSpPr/>
          <p:nvPr/>
        </p:nvSpPr>
        <p:spPr>
          <a:xfrm rot="20221270">
            <a:off x="3629506" y="4314486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73046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9033A-5225-C080-38AF-6290CE989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F446021C-BBE8-E98F-C885-2F5A41778F9E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F6049688-24D7-F86F-FC43-76EE776E79D9}"/>
              </a:ext>
            </a:extLst>
          </p:cNvPr>
          <p:cNvSpPr/>
          <p:nvPr/>
        </p:nvSpPr>
        <p:spPr>
          <a:xfrm rot="19971432">
            <a:off x="2675249" y="4183070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1C3D2307-7181-0EFA-7E8D-9C9CA58C931A}"/>
              </a:ext>
            </a:extLst>
          </p:cNvPr>
          <p:cNvSpPr/>
          <p:nvPr/>
        </p:nvSpPr>
        <p:spPr>
          <a:xfrm rot="17844882">
            <a:off x="3665055" y="4791450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C7AC99CF-0DE9-B560-1BA8-5DACD7F0A3F2}"/>
              </a:ext>
            </a:extLst>
          </p:cNvPr>
          <p:cNvSpPr/>
          <p:nvPr/>
        </p:nvSpPr>
        <p:spPr>
          <a:xfrm rot="17844882">
            <a:off x="3870647" y="495238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246147EF-D497-18E9-8E3A-6D2B0AF3C421}"/>
              </a:ext>
            </a:extLst>
          </p:cNvPr>
          <p:cNvSpPr/>
          <p:nvPr/>
        </p:nvSpPr>
        <p:spPr>
          <a:xfrm rot="15409786">
            <a:off x="3404303" y="511146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A76C25F2-82A6-9EC5-8470-C2787ED2F9DA}"/>
              </a:ext>
            </a:extLst>
          </p:cNvPr>
          <p:cNvSpPr/>
          <p:nvPr/>
        </p:nvSpPr>
        <p:spPr>
          <a:xfrm rot="17088480">
            <a:off x="3294253" y="5190903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D8633F60-993C-B653-9B66-36BBBB9D00E4}"/>
              </a:ext>
            </a:extLst>
          </p:cNvPr>
          <p:cNvSpPr/>
          <p:nvPr/>
        </p:nvSpPr>
        <p:spPr>
          <a:xfrm rot="19971432">
            <a:off x="2660506" y="4422057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6E427530-E8C8-BB6D-68BB-C24AF502C879}"/>
              </a:ext>
            </a:extLst>
          </p:cNvPr>
          <p:cNvSpPr/>
          <p:nvPr/>
        </p:nvSpPr>
        <p:spPr>
          <a:xfrm rot="17778841">
            <a:off x="3176692" y="4508133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CC31EF38-CAF8-7277-EF68-CCD617676A0E}"/>
              </a:ext>
            </a:extLst>
          </p:cNvPr>
          <p:cNvSpPr/>
          <p:nvPr/>
        </p:nvSpPr>
        <p:spPr>
          <a:xfrm rot="17778841">
            <a:off x="3086204" y="4370057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9439622F-6567-B00F-F04A-563260805044}"/>
              </a:ext>
            </a:extLst>
          </p:cNvPr>
          <p:cNvSpPr/>
          <p:nvPr/>
        </p:nvSpPr>
        <p:spPr>
          <a:xfrm rot="20672386">
            <a:off x="1962304" y="4726632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4799DAB9-373E-0303-6DFC-ACA22E217EC6}"/>
              </a:ext>
            </a:extLst>
          </p:cNvPr>
          <p:cNvSpPr/>
          <p:nvPr/>
        </p:nvSpPr>
        <p:spPr>
          <a:xfrm rot="20672386">
            <a:off x="1973052" y="4771473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51BBD115-6C60-0A55-6DC1-C60EA857662E}"/>
              </a:ext>
            </a:extLst>
          </p:cNvPr>
          <p:cNvSpPr/>
          <p:nvPr/>
        </p:nvSpPr>
        <p:spPr>
          <a:xfrm rot="20672386">
            <a:off x="1912077" y="4504503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439C6788-3050-35C7-DFC8-070FD0C8ADAA}"/>
              </a:ext>
            </a:extLst>
          </p:cNvPr>
          <p:cNvSpPr/>
          <p:nvPr/>
        </p:nvSpPr>
        <p:spPr>
          <a:xfrm rot="20672386">
            <a:off x="1929927" y="4636012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3DBC29AA-8D32-3B12-9359-6F1465E6999D}"/>
              </a:ext>
            </a:extLst>
          </p:cNvPr>
          <p:cNvSpPr/>
          <p:nvPr/>
        </p:nvSpPr>
        <p:spPr>
          <a:xfrm rot="20672386">
            <a:off x="1938977" y="4702679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53B47687-6A5A-349A-C1B5-BD0413E1BDAF}"/>
              </a:ext>
            </a:extLst>
          </p:cNvPr>
          <p:cNvSpPr/>
          <p:nvPr/>
        </p:nvSpPr>
        <p:spPr>
          <a:xfrm rot="20672386">
            <a:off x="1966502" y="4509837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2AE98336-3784-C549-BEFD-D2B9DC6A3B7E}"/>
              </a:ext>
            </a:extLst>
          </p:cNvPr>
          <p:cNvSpPr/>
          <p:nvPr/>
        </p:nvSpPr>
        <p:spPr>
          <a:xfrm rot="20221270">
            <a:off x="2673318" y="4379577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3C971F00-35A9-C101-B68F-AED801EA1ACF}"/>
              </a:ext>
            </a:extLst>
          </p:cNvPr>
          <p:cNvSpPr/>
          <p:nvPr/>
        </p:nvSpPr>
        <p:spPr>
          <a:xfrm rot="20221270">
            <a:off x="2698722" y="4435309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1937F386-818C-9C87-2DDF-BCB0E59E38B6}"/>
              </a:ext>
            </a:extLst>
          </p:cNvPr>
          <p:cNvSpPr/>
          <p:nvPr/>
        </p:nvSpPr>
        <p:spPr>
          <a:xfrm rot="20221270">
            <a:off x="2711361" y="4451803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BDDBF66C-76D8-E8D0-28F2-5F215B2DA158}"/>
              </a:ext>
            </a:extLst>
          </p:cNvPr>
          <p:cNvSpPr/>
          <p:nvPr/>
        </p:nvSpPr>
        <p:spPr>
          <a:xfrm rot="20221270">
            <a:off x="2741793" y="4453634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0572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29CB7-7DB0-FF7A-E3A9-0A664A782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11BDA27A-A74E-5191-8729-BBEF5A8E46D7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13F4F136-BA96-AF5D-7246-A60EDF8AC65B}"/>
              </a:ext>
            </a:extLst>
          </p:cNvPr>
          <p:cNvSpPr/>
          <p:nvPr/>
        </p:nvSpPr>
        <p:spPr>
          <a:xfrm rot="18285901">
            <a:off x="2887834" y="4665319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BF2A2E76-2F5B-2872-582B-AF8AFA6585DC}"/>
              </a:ext>
            </a:extLst>
          </p:cNvPr>
          <p:cNvSpPr/>
          <p:nvPr/>
        </p:nvSpPr>
        <p:spPr>
          <a:xfrm rot="18285901">
            <a:off x="3086315" y="483575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97F34C9A-A97D-3727-A881-0E14219DD77C}"/>
              </a:ext>
            </a:extLst>
          </p:cNvPr>
          <p:cNvSpPr/>
          <p:nvPr/>
        </p:nvSpPr>
        <p:spPr>
          <a:xfrm rot="17386681">
            <a:off x="2662722" y="4972318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CBAC5969-4E23-487E-7211-044C472550EC}"/>
              </a:ext>
            </a:extLst>
          </p:cNvPr>
          <p:cNvSpPr/>
          <p:nvPr/>
        </p:nvSpPr>
        <p:spPr>
          <a:xfrm rot="18141951">
            <a:off x="2552672" y="5051755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B664739-AB74-1AE3-DA07-FECFB987A6F2}"/>
              </a:ext>
            </a:extLst>
          </p:cNvPr>
          <p:cNvSpPr/>
          <p:nvPr/>
        </p:nvSpPr>
        <p:spPr>
          <a:xfrm rot="19971432">
            <a:off x="1933668" y="4043922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B5469529-C6A1-ED3B-C68A-5EC3CDDB5065}"/>
              </a:ext>
            </a:extLst>
          </p:cNvPr>
          <p:cNvSpPr/>
          <p:nvPr/>
        </p:nvSpPr>
        <p:spPr>
          <a:xfrm rot="19971432">
            <a:off x="1918925" y="4282909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82F9B44E-45FB-FE70-5FF3-E83C9CD35F9E}"/>
              </a:ext>
            </a:extLst>
          </p:cNvPr>
          <p:cNvSpPr/>
          <p:nvPr/>
        </p:nvSpPr>
        <p:spPr>
          <a:xfrm rot="20502067">
            <a:off x="2356255" y="4582594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EB024865-9D0D-DC03-D703-79D78604E014}"/>
              </a:ext>
            </a:extLst>
          </p:cNvPr>
          <p:cNvSpPr/>
          <p:nvPr/>
        </p:nvSpPr>
        <p:spPr>
          <a:xfrm rot="20502067">
            <a:off x="2313968" y="439513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F7533CA4-FB2A-88C2-22A1-C78C16FBE58A}"/>
              </a:ext>
            </a:extLst>
          </p:cNvPr>
          <p:cNvSpPr/>
          <p:nvPr/>
        </p:nvSpPr>
        <p:spPr>
          <a:xfrm rot="20489736">
            <a:off x="1224442" y="4586051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3121CE9A-5AD5-D089-B7A2-BEC09EE2C9D0}"/>
              </a:ext>
            </a:extLst>
          </p:cNvPr>
          <p:cNvSpPr/>
          <p:nvPr/>
        </p:nvSpPr>
        <p:spPr>
          <a:xfrm rot="20489736">
            <a:off x="1237588" y="463889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C2395240-E09D-0874-C47D-1B8180C96FCC}"/>
              </a:ext>
            </a:extLst>
          </p:cNvPr>
          <p:cNvSpPr/>
          <p:nvPr/>
        </p:nvSpPr>
        <p:spPr>
          <a:xfrm rot="20489736">
            <a:off x="1168823" y="4366851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8EDEC1CB-6215-8070-223B-F6CFCDD8B893}"/>
              </a:ext>
            </a:extLst>
          </p:cNvPr>
          <p:cNvSpPr/>
          <p:nvPr/>
        </p:nvSpPr>
        <p:spPr>
          <a:xfrm rot="20489736">
            <a:off x="1190518" y="45000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78DCF7D3-210C-7FCA-FB3D-5EB9D6A58984}"/>
              </a:ext>
            </a:extLst>
          </p:cNvPr>
          <p:cNvSpPr/>
          <p:nvPr/>
        </p:nvSpPr>
        <p:spPr>
          <a:xfrm rot="20489736">
            <a:off x="1203013" y="4576736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BD1297D5-9546-18CF-1BD7-1C46C1DFEADE}"/>
              </a:ext>
            </a:extLst>
          </p:cNvPr>
          <p:cNvSpPr/>
          <p:nvPr/>
        </p:nvSpPr>
        <p:spPr>
          <a:xfrm rot="20489736">
            <a:off x="1219290" y="4373898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C3FF5496-64E0-D74C-A83D-95FDC58F5BA8}"/>
              </a:ext>
            </a:extLst>
          </p:cNvPr>
          <p:cNvSpPr/>
          <p:nvPr/>
        </p:nvSpPr>
        <p:spPr>
          <a:xfrm rot="20221270">
            <a:off x="1931737" y="4240429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F6B60136-D658-472D-C897-563FACAC8217}"/>
              </a:ext>
            </a:extLst>
          </p:cNvPr>
          <p:cNvSpPr/>
          <p:nvPr/>
        </p:nvSpPr>
        <p:spPr>
          <a:xfrm rot="20221270">
            <a:off x="1957141" y="4296161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9DEFB48A-2C84-C8B7-21C5-125D74EC88E3}"/>
              </a:ext>
            </a:extLst>
          </p:cNvPr>
          <p:cNvSpPr/>
          <p:nvPr/>
        </p:nvSpPr>
        <p:spPr>
          <a:xfrm rot="20221270">
            <a:off x="1969780" y="4312655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C1D1349B-AD21-81FB-0209-8363AC6A7121}"/>
              </a:ext>
            </a:extLst>
          </p:cNvPr>
          <p:cNvSpPr/>
          <p:nvPr/>
        </p:nvSpPr>
        <p:spPr>
          <a:xfrm rot="20221270">
            <a:off x="2000212" y="4314486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05864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38724-9D64-22BA-9D91-065969F1E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510A7486-FD6D-DB58-F4C6-4238B703A650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E988C2CA-CC57-75D9-68CC-93B89B2BB47C}"/>
              </a:ext>
            </a:extLst>
          </p:cNvPr>
          <p:cNvSpPr/>
          <p:nvPr/>
        </p:nvSpPr>
        <p:spPr>
          <a:xfrm rot="19971432">
            <a:off x="306125" y="4183070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5C092485-CC94-E6D3-FE20-2E9F7308E93D}"/>
              </a:ext>
            </a:extLst>
          </p:cNvPr>
          <p:cNvSpPr/>
          <p:nvPr/>
        </p:nvSpPr>
        <p:spPr>
          <a:xfrm rot="17844882">
            <a:off x="1295931" y="4791450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6630D1CE-6AC1-6561-927E-8E309B388C15}"/>
              </a:ext>
            </a:extLst>
          </p:cNvPr>
          <p:cNvSpPr/>
          <p:nvPr/>
        </p:nvSpPr>
        <p:spPr>
          <a:xfrm rot="17844882">
            <a:off x="1501523" y="495238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B61CF790-E937-F642-6AE2-1AAE4972806C}"/>
              </a:ext>
            </a:extLst>
          </p:cNvPr>
          <p:cNvSpPr/>
          <p:nvPr/>
        </p:nvSpPr>
        <p:spPr>
          <a:xfrm rot="15409786">
            <a:off x="1035179" y="511146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012434B3-D73B-7359-1588-BF37591AAD56}"/>
              </a:ext>
            </a:extLst>
          </p:cNvPr>
          <p:cNvSpPr/>
          <p:nvPr/>
        </p:nvSpPr>
        <p:spPr>
          <a:xfrm rot="17088480">
            <a:off x="925129" y="5190903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F9439F0F-EBE8-2BB5-DCBF-66ADBDF0BFCE}"/>
              </a:ext>
            </a:extLst>
          </p:cNvPr>
          <p:cNvSpPr/>
          <p:nvPr/>
        </p:nvSpPr>
        <p:spPr>
          <a:xfrm rot="19971432">
            <a:off x="291382" y="4422057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A1D5A791-1252-B6E6-63CA-7B97C0BAB178}"/>
              </a:ext>
            </a:extLst>
          </p:cNvPr>
          <p:cNvSpPr/>
          <p:nvPr/>
        </p:nvSpPr>
        <p:spPr>
          <a:xfrm rot="17778841">
            <a:off x="807568" y="4508133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2D17C774-2851-D749-3EDD-6BE9AB69953F}"/>
              </a:ext>
            </a:extLst>
          </p:cNvPr>
          <p:cNvSpPr/>
          <p:nvPr/>
        </p:nvSpPr>
        <p:spPr>
          <a:xfrm rot="17778841">
            <a:off x="717080" y="4370057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82A54853-6A68-29AC-93E4-91DF8C1ED424}"/>
              </a:ext>
            </a:extLst>
          </p:cNvPr>
          <p:cNvSpPr/>
          <p:nvPr/>
        </p:nvSpPr>
        <p:spPr>
          <a:xfrm rot="20672386">
            <a:off x="-406820" y="4726632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16C6D4B8-ACAA-D3D7-4DEE-FCE1521D7429}"/>
              </a:ext>
            </a:extLst>
          </p:cNvPr>
          <p:cNvSpPr/>
          <p:nvPr/>
        </p:nvSpPr>
        <p:spPr>
          <a:xfrm rot="20672386">
            <a:off x="-396072" y="4771473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B0A96828-0357-1E45-7718-99AF11035615}"/>
              </a:ext>
            </a:extLst>
          </p:cNvPr>
          <p:cNvSpPr/>
          <p:nvPr/>
        </p:nvSpPr>
        <p:spPr>
          <a:xfrm rot="20672386">
            <a:off x="-457047" y="4504503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E4D5D0EE-1816-58D7-8F97-19647A0881EF}"/>
              </a:ext>
            </a:extLst>
          </p:cNvPr>
          <p:cNvSpPr/>
          <p:nvPr/>
        </p:nvSpPr>
        <p:spPr>
          <a:xfrm rot="20672386">
            <a:off x="-439197" y="4636012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DEDA197A-D33B-B5D8-E59F-F204F68A0B67}"/>
              </a:ext>
            </a:extLst>
          </p:cNvPr>
          <p:cNvSpPr/>
          <p:nvPr/>
        </p:nvSpPr>
        <p:spPr>
          <a:xfrm rot="20672386">
            <a:off x="-430147" y="4702679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0BE2729E-033A-D3AC-F95D-E7162FE6EDA8}"/>
              </a:ext>
            </a:extLst>
          </p:cNvPr>
          <p:cNvSpPr/>
          <p:nvPr/>
        </p:nvSpPr>
        <p:spPr>
          <a:xfrm rot="20672386">
            <a:off x="-402622" y="4509837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685FF90F-EDCF-5D46-350C-4CD5AA83313E}"/>
              </a:ext>
            </a:extLst>
          </p:cNvPr>
          <p:cNvSpPr/>
          <p:nvPr/>
        </p:nvSpPr>
        <p:spPr>
          <a:xfrm rot="20221270">
            <a:off x="304194" y="4379577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3A020308-2308-D957-1659-717224104E30}"/>
              </a:ext>
            </a:extLst>
          </p:cNvPr>
          <p:cNvSpPr/>
          <p:nvPr/>
        </p:nvSpPr>
        <p:spPr>
          <a:xfrm rot="20221270">
            <a:off x="329598" y="4435309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1DBCE64B-4D4C-CF80-DDE8-83A87149B0FA}"/>
              </a:ext>
            </a:extLst>
          </p:cNvPr>
          <p:cNvSpPr/>
          <p:nvPr/>
        </p:nvSpPr>
        <p:spPr>
          <a:xfrm rot="20221270">
            <a:off x="342237" y="4451803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A4CF87D0-130E-C7B6-BACF-1D1A5F07C032}"/>
              </a:ext>
            </a:extLst>
          </p:cNvPr>
          <p:cNvSpPr/>
          <p:nvPr/>
        </p:nvSpPr>
        <p:spPr>
          <a:xfrm rot="20221270">
            <a:off x="372669" y="4453634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70353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698F6-9903-0782-3E8C-27DE6BC42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038DCAC0-3385-4029-B6CB-C5C31F8ACC50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84238AAC-E352-AD09-90B6-335FADCCB32B}"/>
              </a:ext>
            </a:extLst>
          </p:cNvPr>
          <p:cNvSpPr/>
          <p:nvPr/>
        </p:nvSpPr>
        <p:spPr>
          <a:xfrm rot="18285901">
            <a:off x="-204497" y="4665319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710A1D8F-6216-55CB-263B-BB87D0B04A5D}"/>
              </a:ext>
            </a:extLst>
          </p:cNvPr>
          <p:cNvSpPr/>
          <p:nvPr/>
        </p:nvSpPr>
        <p:spPr>
          <a:xfrm rot="18285901">
            <a:off x="-6016" y="483575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293B8E77-B278-FE4A-8B88-A4F63E7F2613}"/>
              </a:ext>
            </a:extLst>
          </p:cNvPr>
          <p:cNvSpPr/>
          <p:nvPr/>
        </p:nvSpPr>
        <p:spPr>
          <a:xfrm rot="14978364">
            <a:off x="-429609" y="4972318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246D4776-A37A-7897-2406-09403C233BA9}"/>
              </a:ext>
            </a:extLst>
          </p:cNvPr>
          <p:cNvSpPr/>
          <p:nvPr/>
        </p:nvSpPr>
        <p:spPr>
          <a:xfrm rot="16530525">
            <a:off x="-539659" y="5051755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E8CCF0D6-2DED-FB48-F197-094E3F2B9D6D}"/>
              </a:ext>
            </a:extLst>
          </p:cNvPr>
          <p:cNvSpPr/>
          <p:nvPr/>
        </p:nvSpPr>
        <p:spPr>
          <a:xfrm rot="19971432">
            <a:off x="-1158663" y="4043922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C880A925-BE03-3087-DC31-8225E7FDF1E9}"/>
              </a:ext>
            </a:extLst>
          </p:cNvPr>
          <p:cNvSpPr/>
          <p:nvPr/>
        </p:nvSpPr>
        <p:spPr>
          <a:xfrm rot="19971432">
            <a:off x="-1173406" y="4282909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F3E26194-7712-9FBC-8C61-FFE54B791828}"/>
              </a:ext>
            </a:extLst>
          </p:cNvPr>
          <p:cNvSpPr/>
          <p:nvPr/>
        </p:nvSpPr>
        <p:spPr>
          <a:xfrm rot="20502067">
            <a:off x="-736076" y="4582594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7F8A2178-7B3F-CBD5-20B0-80A5C9CDCD1C}"/>
              </a:ext>
            </a:extLst>
          </p:cNvPr>
          <p:cNvSpPr/>
          <p:nvPr/>
        </p:nvSpPr>
        <p:spPr>
          <a:xfrm rot="20502067">
            <a:off x="-778363" y="439513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2E8A6611-6D00-18BF-F692-A4BDAE79C63F}"/>
              </a:ext>
            </a:extLst>
          </p:cNvPr>
          <p:cNvSpPr/>
          <p:nvPr/>
        </p:nvSpPr>
        <p:spPr>
          <a:xfrm rot="20489736">
            <a:off x="-1867889" y="4586051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17544E84-B293-59FD-BB63-AEBC101EE60D}"/>
              </a:ext>
            </a:extLst>
          </p:cNvPr>
          <p:cNvSpPr/>
          <p:nvPr/>
        </p:nvSpPr>
        <p:spPr>
          <a:xfrm rot="20489736">
            <a:off x="-1854743" y="463889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2AFBACA0-6AF2-0824-59AB-B8D2FE588998}"/>
              </a:ext>
            </a:extLst>
          </p:cNvPr>
          <p:cNvSpPr/>
          <p:nvPr/>
        </p:nvSpPr>
        <p:spPr>
          <a:xfrm rot="20489736">
            <a:off x="-1923508" y="4366851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A944EDE7-6E23-D8BA-FB2C-DE993DE2614B}"/>
              </a:ext>
            </a:extLst>
          </p:cNvPr>
          <p:cNvSpPr/>
          <p:nvPr/>
        </p:nvSpPr>
        <p:spPr>
          <a:xfrm rot="20489736">
            <a:off x="-1901813" y="45000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A9372AD9-DA4B-A2D7-6C92-5806B49BC44E}"/>
              </a:ext>
            </a:extLst>
          </p:cNvPr>
          <p:cNvSpPr/>
          <p:nvPr/>
        </p:nvSpPr>
        <p:spPr>
          <a:xfrm rot="20489736">
            <a:off x="-1889318" y="4576736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3978F9DD-3614-DC2B-B81B-6DD7A0DC5293}"/>
              </a:ext>
            </a:extLst>
          </p:cNvPr>
          <p:cNvSpPr/>
          <p:nvPr/>
        </p:nvSpPr>
        <p:spPr>
          <a:xfrm rot="20489736">
            <a:off x="-1873041" y="4373898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E91BBEDE-F541-D2D6-F3A3-F371D152D677}"/>
              </a:ext>
            </a:extLst>
          </p:cNvPr>
          <p:cNvSpPr/>
          <p:nvPr/>
        </p:nvSpPr>
        <p:spPr>
          <a:xfrm rot="20221270">
            <a:off x="-1160594" y="4240429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47C32AB5-ADD9-6318-76BC-3CBB82A38EE8}"/>
              </a:ext>
            </a:extLst>
          </p:cNvPr>
          <p:cNvSpPr/>
          <p:nvPr/>
        </p:nvSpPr>
        <p:spPr>
          <a:xfrm rot="20221270">
            <a:off x="-1135190" y="4296161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1A543A82-A826-4B55-1200-660680B7124C}"/>
              </a:ext>
            </a:extLst>
          </p:cNvPr>
          <p:cNvSpPr/>
          <p:nvPr/>
        </p:nvSpPr>
        <p:spPr>
          <a:xfrm rot="20221270">
            <a:off x="-1122551" y="4312655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331E4A5D-314E-08DC-9897-123A47306E53}"/>
              </a:ext>
            </a:extLst>
          </p:cNvPr>
          <p:cNvSpPr/>
          <p:nvPr/>
        </p:nvSpPr>
        <p:spPr>
          <a:xfrm rot="20221270">
            <a:off x="-1092119" y="4314486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57482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C36C3-6E81-F56B-2A82-6EC1A1923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7A262008-9A8C-B986-58AE-687D47D95DA9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E9E3C106-B5BF-8493-CC7D-A15E45EF00EB}"/>
              </a:ext>
            </a:extLst>
          </p:cNvPr>
          <p:cNvSpPr/>
          <p:nvPr/>
        </p:nvSpPr>
        <p:spPr>
          <a:xfrm rot="19971432">
            <a:off x="-1905058" y="4183070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D6759A7F-C059-502D-BDA7-3C150713FE59}"/>
              </a:ext>
            </a:extLst>
          </p:cNvPr>
          <p:cNvSpPr/>
          <p:nvPr/>
        </p:nvSpPr>
        <p:spPr>
          <a:xfrm rot="17844882">
            <a:off x="-915252" y="4791450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AC442407-90AE-F98F-1553-F3006DDEF0F7}"/>
              </a:ext>
            </a:extLst>
          </p:cNvPr>
          <p:cNvSpPr/>
          <p:nvPr/>
        </p:nvSpPr>
        <p:spPr>
          <a:xfrm rot="17844882">
            <a:off x="-709660" y="495238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051B1417-3B05-3DF0-69D0-DFDC3C048167}"/>
              </a:ext>
            </a:extLst>
          </p:cNvPr>
          <p:cNvSpPr/>
          <p:nvPr/>
        </p:nvSpPr>
        <p:spPr>
          <a:xfrm rot="15409786">
            <a:off x="-1176004" y="511146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4215EF0E-008D-17A9-1F6A-87EBBBEB537A}"/>
              </a:ext>
            </a:extLst>
          </p:cNvPr>
          <p:cNvSpPr/>
          <p:nvPr/>
        </p:nvSpPr>
        <p:spPr>
          <a:xfrm rot="17088480">
            <a:off x="-1286054" y="5190903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4A67232D-83C3-73C9-98B4-28EEB68AD177}"/>
              </a:ext>
            </a:extLst>
          </p:cNvPr>
          <p:cNvSpPr/>
          <p:nvPr/>
        </p:nvSpPr>
        <p:spPr>
          <a:xfrm rot="19971432">
            <a:off x="-1919801" y="4422057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87EA03E7-C95D-DCD7-C753-C21ACD178ECF}"/>
              </a:ext>
            </a:extLst>
          </p:cNvPr>
          <p:cNvSpPr/>
          <p:nvPr/>
        </p:nvSpPr>
        <p:spPr>
          <a:xfrm rot="17778841">
            <a:off x="-1403615" y="4508133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DDB3F19B-B183-2CCB-C0C7-21F61C749A76}"/>
              </a:ext>
            </a:extLst>
          </p:cNvPr>
          <p:cNvSpPr/>
          <p:nvPr/>
        </p:nvSpPr>
        <p:spPr>
          <a:xfrm rot="17778841">
            <a:off x="-1494103" y="4370057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C45D336B-E5FD-D82B-1E3D-8D485881AF9D}"/>
              </a:ext>
            </a:extLst>
          </p:cNvPr>
          <p:cNvSpPr/>
          <p:nvPr/>
        </p:nvSpPr>
        <p:spPr>
          <a:xfrm rot="20672386">
            <a:off x="-2618003" y="4726632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BCACBE89-0359-C813-9967-E63FC11CC4EE}"/>
              </a:ext>
            </a:extLst>
          </p:cNvPr>
          <p:cNvSpPr/>
          <p:nvPr/>
        </p:nvSpPr>
        <p:spPr>
          <a:xfrm rot="20672386">
            <a:off x="-2607255" y="4771473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30E04EAB-AADF-27E4-BEBB-5F2FDE055F85}"/>
              </a:ext>
            </a:extLst>
          </p:cNvPr>
          <p:cNvSpPr/>
          <p:nvPr/>
        </p:nvSpPr>
        <p:spPr>
          <a:xfrm rot="20672386">
            <a:off x="-2668230" y="4504503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55FE6A33-3CFD-0BEA-2BE8-BB341423CEDD}"/>
              </a:ext>
            </a:extLst>
          </p:cNvPr>
          <p:cNvSpPr/>
          <p:nvPr/>
        </p:nvSpPr>
        <p:spPr>
          <a:xfrm rot="20672386">
            <a:off x="-2650380" y="4636012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AE2A39D7-26D6-9026-D006-8741DECF75BE}"/>
              </a:ext>
            </a:extLst>
          </p:cNvPr>
          <p:cNvSpPr/>
          <p:nvPr/>
        </p:nvSpPr>
        <p:spPr>
          <a:xfrm rot="20672386">
            <a:off x="-2641330" y="4702679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F3D3D000-827F-FAD2-3740-9E597510F007}"/>
              </a:ext>
            </a:extLst>
          </p:cNvPr>
          <p:cNvSpPr/>
          <p:nvPr/>
        </p:nvSpPr>
        <p:spPr>
          <a:xfrm rot="20672386">
            <a:off x="-2613805" y="4509837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55402957-4D28-19F5-273A-7B321AC820AF}"/>
              </a:ext>
            </a:extLst>
          </p:cNvPr>
          <p:cNvSpPr/>
          <p:nvPr/>
        </p:nvSpPr>
        <p:spPr>
          <a:xfrm rot="20221270">
            <a:off x="-1906989" y="4379577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D456191E-CEF7-A452-0E8F-8D7F772339D3}"/>
              </a:ext>
            </a:extLst>
          </p:cNvPr>
          <p:cNvSpPr/>
          <p:nvPr/>
        </p:nvSpPr>
        <p:spPr>
          <a:xfrm rot="20221270">
            <a:off x="-1881585" y="4435309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E9F07E37-E44F-9038-0F9A-694993EBB0DF}"/>
              </a:ext>
            </a:extLst>
          </p:cNvPr>
          <p:cNvSpPr/>
          <p:nvPr/>
        </p:nvSpPr>
        <p:spPr>
          <a:xfrm rot="20221270">
            <a:off x="-1868946" y="4451803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861EF5B4-770F-779C-C3AA-BFB6E0F8E4CC}"/>
              </a:ext>
            </a:extLst>
          </p:cNvPr>
          <p:cNvSpPr/>
          <p:nvPr/>
        </p:nvSpPr>
        <p:spPr>
          <a:xfrm rot="20221270">
            <a:off x="-1838514" y="4453634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55586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1FE68-3CB4-FA12-DD71-B6B076433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ED08F414-11ED-0256-4D91-5733600627C4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E2226E71-6A76-C4D9-C855-699663100361}"/>
              </a:ext>
            </a:extLst>
          </p:cNvPr>
          <p:cNvSpPr/>
          <p:nvPr/>
        </p:nvSpPr>
        <p:spPr>
          <a:xfrm rot="1628568" flipH="1">
            <a:off x="-1608221" y="4183070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36FC107F-D408-FE5A-6232-D44F51785FD2}"/>
              </a:ext>
            </a:extLst>
          </p:cNvPr>
          <p:cNvSpPr/>
          <p:nvPr/>
        </p:nvSpPr>
        <p:spPr>
          <a:xfrm rot="3755118" flipH="1">
            <a:off x="-2101726" y="4791450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A8623F3E-34E3-BF8C-C32F-3D9C90C3D740}"/>
              </a:ext>
            </a:extLst>
          </p:cNvPr>
          <p:cNvSpPr/>
          <p:nvPr/>
        </p:nvSpPr>
        <p:spPr>
          <a:xfrm rot="3755118" flipH="1">
            <a:off x="-2051163" y="495238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C9A27985-B65F-38C8-9A3F-63ABABA8F54D}"/>
              </a:ext>
            </a:extLst>
          </p:cNvPr>
          <p:cNvSpPr/>
          <p:nvPr/>
        </p:nvSpPr>
        <p:spPr>
          <a:xfrm rot="956192" flipH="1">
            <a:off x="-1580204" y="5156182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25FD78A5-22A5-D3BC-23BD-98DAE7819890}"/>
              </a:ext>
            </a:extLst>
          </p:cNvPr>
          <p:cNvSpPr/>
          <p:nvPr/>
        </p:nvSpPr>
        <p:spPr>
          <a:xfrm flipH="1">
            <a:off x="-1417937" y="5175357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D623FF51-5291-B0FF-1734-4DEC5627735E}"/>
              </a:ext>
            </a:extLst>
          </p:cNvPr>
          <p:cNvSpPr/>
          <p:nvPr/>
        </p:nvSpPr>
        <p:spPr>
          <a:xfrm rot="1628568" flipH="1">
            <a:off x="-1076423" y="4422057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C5876570-AA31-BE24-4850-71B400450196}"/>
              </a:ext>
            </a:extLst>
          </p:cNvPr>
          <p:cNvSpPr/>
          <p:nvPr/>
        </p:nvSpPr>
        <p:spPr>
          <a:xfrm rot="3821159" flipH="1">
            <a:off x="-1819775" y="4508133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A8CE19CC-6058-F2EB-FEAD-A7D211CBC105}"/>
              </a:ext>
            </a:extLst>
          </p:cNvPr>
          <p:cNvSpPr/>
          <p:nvPr/>
        </p:nvSpPr>
        <p:spPr>
          <a:xfrm rot="3821159" flipH="1">
            <a:off x="-1743959" y="4370057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F1E1EE05-71DD-BA79-97A8-F55500D70143}"/>
              </a:ext>
            </a:extLst>
          </p:cNvPr>
          <p:cNvSpPr/>
          <p:nvPr/>
        </p:nvSpPr>
        <p:spPr>
          <a:xfrm rot="927614" flipH="1">
            <a:off x="-836582" y="4726632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C306F709-3D68-D867-EBD8-DFB1BFB35CDC}"/>
              </a:ext>
            </a:extLst>
          </p:cNvPr>
          <p:cNvSpPr/>
          <p:nvPr/>
        </p:nvSpPr>
        <p:spPr>
          <a:xfrm rot="927614" flipH="1">
            <a:off x="-522373" y="4771473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9FCA6BF2-6462-389A-C45C-A23D9103EF1F}"/>
              </a:ext>
            </a:extLst>
          </p:cNvPr>
          <p:cNvSpPr/>
          <p:nvPr/>
        </p:nvSpPr>
        <p:spPr>
          <a:xfrm rot="927614" flipH="1">
            <a:off x="-781952" y="4504503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77222420-81D3-FB54-C0C5-9F30871F7002}"/>
              </a:ext>
            </a:extLst>
          </p:cNvPr>
          <p:cNvSpPr/>
          <p:nvPr/>
        </p:nvSpPr>
        <p:spPr>
          <a:xfrm rot="927614" flipH="1">
            <a:off x="-697240" y="4636012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295E9820-0D9C-F332-8D5B-F21064FE25E2}"/>
              </a:ext>
            </a:extLst>
          </p:cNvPr>
          <p:cNvSpPr/>
          <p:nvPr/>
        </p:nvSpPr>
        <p:spPr>
          <a:xfrm rot="927614" flipH="1">
            <a:off x="-307125" y="4702679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FEFB3D5E-558B-E4BA-61D1-ED9D71C3AF31}"/>
              </a:ext>
            </a:extLst>
          </p:cNvPr>
          <p:cNvSpPr/>
          <p:nvPr/>
        </p:nvSpPr>
        <p:spPr>
          <a:xfrm rot="927614" flipH="1">
            <a:off x="-667028" y="4509837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D5A36226-E72C-186D-035F-E0371880AA75}"/>
              </a:ext>
            </a:extLst>
          </p:cNvPr>
          <p:cNvSpPr/>
          <p:nvPr/>
        </p:nvSpPr>
        <p:spPr>
          <a:xfrm rot="1378730" flipH="1">
            <a:off x="-882445" y="4379577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6F4BE558-27E1-6F76-89C0-65FB13CEBC07}"/>
              </a:ext>
            </a:extLst>
          </p:cNvPr>
          <p:cNvSpPr/>
          <p:nvPr/>
        </p:nvSpPr>
        <p:spPr>
          <a:xfrm rot="1378730" flipH="1">
            <a:off x="-854676" y="4435309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2779BE0D-50EA-EC8C-6099-C98F9B141DF9}"/>
              </a:ext>
            </a:extLst>
          </p:cNvPr>
          <p:cNvSpPr/>
          <p:nvPr/>
        </p:nvSpPr>
        <p:spPr>
          <a:xfrm rot="1378730" flipH="1">
            <a:off x="-838852" y="4451803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8F53AA5D-F383-EF52-6E61-0310AFAF7CD3}"/>
              </a:ext>
            </a:extLst>
          </p:cNvPr>
          <p:cNvSpPr/>
          <p:nvPr/>
        </p:nvSpPr>
        <p:spPr>
          <a:xfrm rot="1378730" flipH="1">
            <a:off x="-828428" y="4453634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3A4CE87-527E-C09E-5A12-4D867DCBF77C}"/>
              </a:ext>
            </a:extLst>
          </p:cNvPr>
          <p:cNvSpPr/>
          <p:nvPr/>
        </p:nvSpPr>
        <p:spPr>
          <a:xfrm>
            <a:off x="-1875673" y="5326424"/>
            <a:ext cx="1074608" cy="8277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4900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3435F-8A80-83D6-4D0C-648B81209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EB59BAAA-E57D-F31E-519D-09CA3870A8B0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24E54672-0F54-9CF2-725B-E1EB0275FF92}"/>
              </a:ext>
            </a:extLst>
          </p:cNvPr>
          <p:cNvSpPr/>
          <p:nvPr/>
        </p:nvSpPr>
        <p:spPr>
          <a:xfrm rot="3314099" flipH="1">
            <a:off x="-432843" y="4665319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36313A5B-E3BB-BCA5-2E2E-846E096052D6}"/>
              </a:ext>
            </a:extLst>
          </p:cNvPr>
          <p:cNvSpPr/>
          <p:nvPr/>
        </p:nvSpPr>
        <p:spPr>
          <a:xfrm rot="3314099" flipH="1">
            <a:off x="-375169" y="483575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97B92DBD-5310-3F44-36CC-7D42D4F846A9}"/>
              </a:ext>
            </a:extLst>
          </p:cNvPr>
          <p:cNvSpPr/>
          <p:nvPr/>
        </p:nvSpPr>
        <p:spPr>
          <a:xfrm rot="993647" flipH="1">
            <a:off x="106653" y="5052252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12EF9708-AD8C-ABD7-D500-D285DC9AFBEE}"/>
              </a:ext>
            </a:extLst>
          </p:cNvPr>
          <p:cNvSpPr/>
          <p:nvPr/>
        </p:nvSpPr>
        <p:spPr>
          <a:xfrm rot="484447" flipH="1">
            <a:off x="253666" y="5049700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372A853B-E6F2-2623-0F82-C1B0A387BA34}"/>
              </a:ext>
            </a:extLst>
          </p:cNvPr>
          <p:cNvSpPr/>
          <p:nvPr/>
        </p:nvSpPr>
        <p:spPr>
          <a:xfrm rot="1628568" flipH="1">
            <a:off x="25022" y="4043922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8E2E13E2-2FA1-0E72-F04C-E178FE92B42C}"/>
              </a:ext>
            </a:extLst>
          </p:cNvPr>
          <p:cNvSpPr/>
          <p:nvPr/>
        </p:nvSpPr>
        <p:spPr>
          <a:xfrm rot="1628568" flipH="1">
            <a:off x="556820" y="4282909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38EF6D5D-7CDB-029F-4FBC-A73DA7310A7D}"/>
              </a:ext>
            </a:extLst>
          </p:cNvPr>
          <p:cNvSpPr/>
          <p:nvPr/>
        </p:nvSpPr>
        <p:spPr>
          <a:xfrm rot="1097933" flipH="1">
            <a:off x="-107676" y="4582594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CDE6CC3C-A966-65FD-5CA7-46D3B9FC0EEB}"/>
              </a:ext>
            </a:extLst>
          </p:cNvPr>
          <p:cNvSpPr/>
          <p:nvPr/>
        </p:nvSpPr>
        <p:spPr>
          <a:xfrm rot="1097933" flipH="1">
            <a:off x="-80061" y="439513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0598C708-51D0-A118-042C-07ACCC82B66F}"/>
              </a:ext>
            </a:extLst>
          </p:cNvPr>
          <p:cNvSpPr/>
          <p:nvPr/>
        </p:nvSpPr>
        <p:spPr>
          <a:xfrm rot="1110264" flipH="1">
            <a:off x="792942" y="4586051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0BB58975-31BA-27E3-7782-3A8831EBEB24}"/>
              </a:ext>
            </a:extLst>
          </p:cNvPr>
          <p:cNvSpPr/>
          <p:nvPr/>
        </p:nvSpPr>
        <p:spPr>
          <a:xfrm rot="1110264" flipH="1">
            <a:off x="1104753" y="463889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A30360B0-6AEE-75A9-9740-A4720DAD94F3}"/>
              </a:ext>
            </a:extLst>
          </p:cNvPr>
          <p:cNvSpPr/>
          <p:nvPr/>
        </p:nvSpPr>
        <p:spPr>
          <a:xfrm rot="1110264" flipH="1">
            <a:off x="852964" y="4366851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E1D1B735-BC73-1D6A-3A8B-2E13E0C0930D}"/>
              </a:ext>
            </a:extLst>
          </p:cNvPr>
          <p:cNvSpPr/>
          <p:nvPr/>
        </p:nvSpPr>
        <p:spPr>
          <a:xfrm rot="1110264" flipH="1">
            <a:off x="933831" y="45000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3A0EC335-D6EB-6A26-5F4B-C86B6B829DE4}"/>
              </a:ext>
            </a:extLst>
          </p:cNvPr>
          <p:cNvSpPr/>
          <p:nvPr/>
        </p:nvSpPr>
        <p:spPr>
          <a:xfrm rot="1110264" flipH="1">
            <a:off x="1320501" y="4576736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D1091C59-B37B-0140-8CBA-272FD501C122}"/>
              </a:ext>
            </a:extLst>
          </p:cNvPr>
          <p:cNvSpPr/>
          <p:nvPr/>
        </p:nvSpPr>
        <p:spPr>
          <a:xfrm rot="1110264" flipH="1">
            <a:off x="971846" y="4373898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8B5F65AB-09B6-6E0B-9069-946CCFAD0DB4}"/>
              </a:ext>
            </a:extLst>
          </p:cNvPr>
          <p:cNvSpPr/>
          <p:nvPr/>
        </p:nvSpPr>
        <p:spPr>
          <a:xfrm rot="1378730" flipH="1">
            <a:off x="750798" y="4240429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BFB35B8A-56E8-7259-01B7-559DC2FD565E}"/>
              </a:ext>
            </a:extLst>
          </p:cNvPr>
          <p:cNvSpPr/>
          <p:nvPr/>
        </p:nvSpPr>
        <p:spPr>
          <a:xfrm rot="1378730" flipH="1">
            <a:off x="778567" y="4296161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9EAC3C05-B6A0-F2B1-0CE5-71F9699131A2}"/>
              </a:ext>
            </a:extLst>
          </p:cNvPr>
          <p:cNvSpPr/>
          <p:nvPr/>
        </p:nvSpPr>
        <p:spPr>
          <a:xfrm rot="1378730" flipH="1">
            <a:off x="794391" y="4312655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37960745-A7B6-FFDA-2DFE-F3012B6DB737}"/>
              </a:ext>
            </a:extLst>
          </p:cNvPr>
          <p:cNvSpPr/>
          <p:nvPr/>
        </p:nvSpPr>
        <p:spPr>
          <a:xfrm rot="1378730" flipH="1">
            <a:off x="804815" y="4314486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8F1421B-2416-CFC2-97B9-DEEC42E9233F}"/>
              </a:ext>
            </a:extLst>
          </p:cNvPr>
          <p:cNvSpPr/>
          <p:nvPr/>
        </p:nvSpPr>
        <p:spPr>
          <a:xfrm>
            <a:off x="-245729" y="5222055"/>
            <a:ext cx="1074608" cy="8277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29527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C72D4-9360-50CD-2A3C-F5ED98F33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362AE122-FDF0-57ED-A30E-4574545D1300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3F0B589C-9203-AF0A-B940-F306835A3F00}"/>
              </a:ext>
            </a:extLst>
          </p:cNvPr>
          <p:cNvSpPr/>
          <p:nvPr/>
        </p:nvSpPr>
        <p:spPr>
          <a:xfrm rot="1628568" flipH="1">
            <a:off x="1351105" y="4183070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EB586B11-AD5F-4734-7414-F86B1F211999}"/>
              </a:ext>
            </a:extLst>
          </p:cNvPr>
          <p:cNvSpPr/>
          <p:nvPr/>
        </p:nvSpPr>
        <p:spPr>
          <a:xfrm rot="3755118" flipH="1">
            <a:off x="857600" y="4791450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8BD64DF5-8F88-E779-B7A3-BC245ADCF6E7}"/>
              </a:ext>
            </a:extLst>
          </p:cNvPr>
          <p:cNvSpPr/>
          <p:nvPr/>
        </p:nvSpPr>
        <p:spPr>
          <a:xfrm rot="3755118" flipH="1">
            <a:off x="908163" y="495238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AC153058-B72D-B94A-0168-A9CAD8777087}"/>
              </a:ext>
            </a:extLst>
          </p:cNvPr>
          <p:cNvSpPr/>
          <p:nvPr/>
        </p:nvSpPr>
        <p:spPr>
          <a:xfrm rot="956192" flipH="1">
            <a:off x="1379122" y="5156182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4474F4B7-A20D-27FA-5348-DC97459D54B5}"/>
              </a:ext>
            </a:extLst>
          </p:cNvPr>
          <p:cNvSpPr/>
          <p:nvPr/>
        </p:nvSpPr>
        <p:spPr>
          <a:xfrm flipH="1">
            <a:off x="1541389" y="5175357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1EFE553B-88BF-1EEE-10A0-3884FE2BA9B0}"/>
              </a:ext>
            </a:extLst>
          </p:cNvPr>
          <p:cNvSpPr/>
          <p:nvPr/>
        </p:nvSpPr>
        <p:spPr>
          <a:xfrm rot="1628568" flipH="1">
            <a:off x="1882903" y="4422057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38DCD858-413F-84B7-1FF1-663634B3FF3E}"/>
              </a:ext>
            </a:extLst>
          </p:cNvPr>
          <p:cNvSpPr/>
          <p:nvPr/>
        </p:nvSpPr>
        <p:spPr>
          <a:xfrm rot="3821159" flipH="1">
            <a:off x="1139551" y="4508133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CF440251-BA47-8520-974A-C324307D1594}"/>
              </a:ext>
            </a:extLst>
          </p:cNvPr>
          <p:cNvSpPr/>
          <p:nvPr/>
        </p:nvSpPr>
        <p:spPr>
          <a:xfrm rot="3821159" flipH="1">
            <a:off x="1215367" y="4370057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877F29E2-5469-D313-39AC-C59AFF0293EE}"/>
              </a:ext>
            </a:extLst>
          </p:cNvPr>
          <p:cNvSpPr/>
          <p:nvPr/>
        </p:nvSpPr>
        <p:spPr>
          <a:xfrm rot="927614" flipH="1">
            <a:off x="2122744" y="4726632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28CA5280-561D-6434-C893-76A318AA30F5}"/>
              </a:ext>
            </a:extLst>
          </p:cNvPr>
          <p:cNvSpPr/>
          <p:nvPr/>
        </p:nvSpPr>
        <p:spPr>
          <a:xfrm rot="927614" flipH="1">
            <a:off x="2436953" y="4771473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ACC2FC76-0524-4135-CF41-5AC8F6715E66}"/>
              </a:ext>
            </a:extLst>
          </p:cNvPr>
          <p:cNvSpPr/>
          <p:nvPr/>
        </p:nvSpPr>
        <p:spPr>
          <a:xfrm rot="927614" flipH="1">
            <a:off x="2177374" y="4504503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C5135F34-CDA4-CFEE-CF97-38A313CCB2B8}"/>
              </a:ext>
            </a:extLst>
          </p:cNvPr>
          <p:cNvSpPr/>
          <p:nvPr/>
        </p:nvSpPr>
        <p:spPr>
          <a:xfrm rot="927614" flipH="1">
            <a:off x="2262086" y="4636012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B752E2A7-E6C4-AD09-C4EE-C56A4CF279C4}"/>
              </a:ext>
            </a:extLst>
          </p:cNvPr>
          <p:cNvSpPr/>
          <p:nvPr/>
        </p:nvSpPr>
        <p:spPr>
          <a:xfrm rot="927614" flipH="1">
            <a:off x="2652201" y="4702679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9268DC58-7D53-764C-6708-BF89FCEDE60B}"/>
              </a:ext>
            </a:extLst>
          </p:cNvPr>
          <p:cNvSpPr/>
          <p:nvPr/>
        </p:nvSpPr>
        <p:spPr>
          <a:xfrm rot="927614" flipH="1">
            <a:off x="2292298" y="4509837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BA324CDD-152B-9847-5D42-BA05B1F0D442}"/>
              </a:ext>
            </a:extLst>
          </p:cNvPr>
          <p:cNvSpPr/>
          <p:nvPr/>
        </p:nvSpPr>
        <p:spPr>
          <a:xfrm rot="1378730" flipH="1">
            <a:off x="2076881" y="4379577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62F4580D-57E8-9F45-8059-0B2C54762943}"/>
              </a:ext>
            </a:extLst>
          </p:cNvPr>
          <p:cNvSpPr/>
          <p:nvPr/>
        </p:nvSpPr>
        <p:spPr>
          <a:xfrm rot="1378730" flipH="1">
            <a:off x="2104650" y="4435309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CC710347-96AD-A274-80F8-8630D4CE5334}"/>
              </a:ext>
            </a:extLst>
          </p:cNvPr>
          <p:cNvSpPr/>
          <p:nvPr/>
        </p:nvSpPr>
        <p:spPr>
          <a:xfrm rot="1378730" flipH="1">
            <a:off x="2120474" y="4451803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03736F0A-B623-6EFB-530F-990FF3B871B1}"/>
              </a:ext>
            </a:extLst>
          </p:cNvPr>
          <p:cNvSpPr/>
          <p:nvPr/>
        </p:nvSpPr>
        <p:spPr>
          <a:xfrm rot="1378730" flipH="1">
            <a:off x="2130898" y="4453634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5A3CADC-53C9-39A6-A1A9-F827E866F4C5}"/>
              </a:ext>
            </a:extLst>
          </p:cNvPr>
          <p:cNvSpPr/>
          <p:nvPr/>
        </p:nvSpPr>
        <p:spPr>
          <a:xfrm>
            <a:off x="1021109" y="5310610"/>
            <a:ext cx="1074608" cy="8277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15457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AB519-7A28-35EC-4A37-9F07A50BC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D7B1F413-F9E7-0168-91D2-C471574D67E5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89D8F1CC-DA2C-4CD1-F1A1-B9C8F9809730}"/>
              </a:ext>
            </a:extLst>
          </p:cNvPr>
          <p:cNvSpPr/>
          <p:nvPr/>
        </p:nvSpPr>
        <p:spPr>
          <a:xfrm rot="3314099" flipH="1">
            <a:off x="1570524" y="4665319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13805E73-40D9-D29D-AE45-025730084E66}"/>
              </a:ext>
            </a:extLst>
          </p:cNvPr>
          <p:cNvSpPr/>
          <p:nvPr/>
        </p:nvSpPr>
        <p:spPr>
          <a:xfrm rot="3314099" flipH="1">
            <a:off x="1628198" y="483575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19177A7D-6FBC-BF6D-02FD-A8A82F591CA5}"/>
              </a:ext>
            </a:extLst>
          </p:cNvPr>
          <p:cNvSpPr/>
          <p:nvPr/>
        </p:nvSpPr>
        <p:spPr>
          <a:xfrm rot="993647" flipH="1">
            <a:off x="2110020" y="5052252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0E76BBB4-071F-E124-3755-C2EE518482B5}"/>
              </a:ext>
            </a:extLst>
          </p:cNvPr>
          <p:cNvSpPr/>
          <p:nvPr/>
        </p:nvSpPr>
        <p:spPr>
          <a:xfrm rot="484447" flipH="1">
            <a:off x="2257033" y="5049700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77D95C26-A38F-46EF-DE5E-9CE742AD4506}"/>
              </a:ext>
            </a:extLst>
          </p:cNvPr>
          <p:cNvSpPr/>
          <p:nvPr/>
        </p:nvSpPr>
        <p:spPr>
          <a:xfrm rot="1628568" flipH="1">
            <a:off x="2028389" y="4043922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F05DD7A0-FD0F-DC2D-2CFE-3AA06BC255A3}"/>
              </a:ext>
            </a:extLst>
          </p:cNvPr>
          <p:cNvSpPr/>
          <p:nvPr/>
        </p:nvSpPr>
        <p:spPr>
          <a:xfrm rot="1628568" flipH="1">
            <a:off x="2560187" y="4282909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3F4F6515-77EB-E0A1-A091-1C813ED84F5F}"/>
              </a:ext>
            </a:extLst>
          </p:cNvPr>
          <p:cNvSpPr/>
          <p:nvPr/>
        </p:nvSpPr>
        <p:spPr>
          <a:xfrm rot="1097933" flipH="1">
            <a:off x="1895691" y="4582594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B7ECB0B0-9238-A6B4-0E23-22034617F071}"/>
              </a:ext>
            </a:extLst>
          </p:cNvPr>
          <p:cNvSpPr/>
          <p:nvPr/>
        </p:nvSpPr>
        <p:spPr>
          <a:xfrm rot="1097933" flipH="1">
            <a:off x="1923306" y="439513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9316A725-5736-779B-796A-FB0B0EB9C182}"/>
              </a:ext>
            </a:extLst>
          </p:cNvPr>
          <p:cNvSpPr/>
          <p:nvPr/>
        </p:nvSpPr>
        <p:spPr>
          <a:xfrm rot="1110264" flipH="1">
            <a:off x="2796309" y="4586051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94A2807B-12B9-A978-D976-FE2759D0335B}"/>
              </a:ext>
            </a:extLst>
          </p:cNvPr>
          <p:cNvSpPr/>
          <p:nvPr/>
        </p:nvSpPr>
        <p:spPr>
          <a:xfrm rot="1110264" flipH="1">
            <a:off x="3108120" y="463889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DBF37518-E721-75C1-C394-16256DDAD5D1}"/>
              </a:ext>
            </a:extLst>
          </p:cNvPr>
          <p:cNvSpPr/>
          <p:nvPr/>
        </p:nvSpPr>
        <p:spPr>
          <a:xfrm rot="1110264" flipH="1">
            <a:off x="2856331" y="4366851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56781E73-BCF2-5CB3-C18F-37184F8DC121}"/>
              </a:ext>
            </a:extLst>
          </p:cNvPr>
          <p:cNvSpPr/>
          <p:nvPr/>
        </p:nvSpPr>
        <p:spPr>
          <a:xfrm rot="1110264" flipH="1">
            <a:off x="2937198" y="45000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2F032619-B05E-616B-61EF-9F3D92BEAE97}"/>
              </a:ext>
            </a:extLst>
          </p:cNvPr>
          <p:cNvSpPr/>
          <p:nvPr/>
        </p:nvSpPr>
        <p:spPr>
          <a:xfrm rot="1110264" flipH="1">
            <a:off x="3323868" y="4576736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0097FF2D-69DD-16BD-57EE-2318B52415B3}"/>
              </a:ext>
            </a:extLst>
          </p:cNvPr>
          <p:cNvSpPr/>
          <p:nvPr/>
        </p:nvSpPr>
        <p:spPr>
          <a:xfrm rot="1110264" flipH="1">
            <a:off x="2975213" y="4373898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8751A075-5035-85C6-99E0-CF810788D616}"/>
              </a:ext>
            </a:extLst>
          </p:cNvPr>
          <p:cNvSpPr/>
          <p:nvPr/>
        </p:nvSpPr>
        <p:spPr>
          <a:xfrm rot="1378730" flipH="1">
            <a:off x="2754165" y="4240429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631244D7-DAF2-91FC-4589-B1020C2E4D1A}"/>
              </a:ext>
            </a:extLst>
          </p:cNvPr>
          <p:cNvSpPr/>
          <p:nvPr/>
        </p:nvSpPr>
        <p:spPr>
          <a:xfrm rot="1378730" flipH="1">
            <a:off x="2781934" y="4296161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7BE84A25-947C-4A63-DC4E-776D5887624B}"/>
              </a:ext>
            </a:extLst>
          </p:cNvPr>
          <p:cNvSpPr/>
          <p:nvPr/>
        </p:nvSpPr>
        <p:spPr>
          <a:xfrm rot="1378730" flipH="1">
            <a:off x="2797758" y="4312655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67C07B83-D437-3D90-C68C-E42C4C547955}"/>
              </a:ext>
            </a:extLst>
          </p:cNvPr>
          <p:cNvSpPr/>
          <p:nvPr/>
        </p:nvSpPr>
        <p:spPr>
          <a:xfrm rot="1378730" flipH="1">
            <a:off x="2808182" y="4314486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5BB78AF-8D8F-0889-FBF8-2B58146B406A}"/>
              </a:ext>
            </a:extLst>
          </p:cNvPr>
          <p:cNvSpPr/>
          <p:nvPr/>
        </p:nvSpPr>
        <p:spPr>
          <a:xfrm>
            <a:off x="1785534" y="5176886"/>
            <a:ext cx="1074608" cy="8277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22196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0C87D-569A-522B-E1B7-829519988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B3BF96BF-A61F-E944-6F72-EADF6297E206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74DF6199-1421-2527-17E8-A094AED98E60}"/>
              </a:ext>
            </a:extLst>
          </p:cNvPr>
          <p:cNvSpPr/>
          <p:nvPr/>
        </p:nvSpPr>
        <p:spPr>
          <a:xfrm rot="1628568" flipH="1">
            <a:off x="3745169" y="4183070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52A98C31-7E77-5B0E-FDE6-12E6FE5AA2A9}"/>
              </a:ext>
            </a:extLst>
          </p:cNvPr>
          <p:cNvSpPr/>
          <p:nvPr/>
        </p:nvSpPr>
        <p:spPr>
          <a:xfrm rot="3755118" flipH="1">
            <a:off x="3251664" y="4791450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D55F9C34-B13E-3D31-3C7D-14FA167DD19D}"/>
              </a:ext>
            </a:extLst>
          </p:cNvPr>
          <p:cNvSpPr/>
          <p:nvPr/>
        </p:nvSpPr>
        <p:spPr>
          <a:xfrm rot="3755118" flipH="1">
            <a:off x="3302227" y="495238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0093A642-510E-F12D-EC7D-18ADB0514AF2}"/>
              </a:ext>
            </a:extLst>
          </p:cNvPr>
          <p:cNvSpPr/>
          <p:nvPr/>
        </p:nvSpPr>
        <p:spPr>
          <a:xfrm rot="956192" flipH="1">
            <a:off x="3773186" y="5156182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7FBB5082-2FAB-DA57-EE69-29316FB6F2DF}"/>
              </a:ext>
            </a:extLst>
          </p:cNvPr>
          <p:cNvSpPr/>
          <p:nvPr/>
        </p:nvSpPr>
        <p:spPr>
          <a:xfrm flipH="1">
            <a:off x="3935453" y="5175357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C80DFD36-30EE-3987-5C0C-64063AAC37A2}"/>
              </a:ext>
            </a:extLst>
          </p:cNvPr>
          <p:cNvSpPr/>
          <p:nvPr/>
        </p:nvSpPr>
        <p:spPr>
          <a:xfrm rot="1628568" flipH="1">
            <a:off x="4276967" y="4422057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1AF05C76-7BF1-DEB5-B4A9-D27F9C3B4851}"/>
              </a:ext>
            </a:extLst>
          </p:cNvPr>
          <p:cNvSpPr/>
          <p:nvPr/>
        </p:nvSpPr>
        <p:spPr>
          <a:xfrm rot="3821159" flipH="1">
            <a:off x="3533615" y="4508133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218D876D-69DB-2C18-0B14-CF40DFDD7A66}"/>
              </a:ext>
            </a:extLst>
          </p:cNvPr>
          <p:cNvSpPr/>
          <p:nvPr/>
        </p:nvSpPr>
        <p:spPr>
          <a:xfrm rot="3821159" flipH="1">
            <a:off x="3609431" y="4370057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A314441F-1F7D-D688-4EF8-3D17CD06DB88}"/>
              </a:ext>
            </a:extLst>
          </p:cNvPr>
          <p:cNvSpPr/>
          <p:nvPr/>
        </p:nvSpPr>
        <p:spPr>
          <a:xfrm rot="927614" flipH="1">
            <a:off x="4516808" y="4726632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01E39518-042C-2BE2-D1A4-FA439D2FF8FD}"/>
              </a:ext>
            </a:extLst>
          </p:cNvPr>
          <p:cNvSpPr/>
          <p:nvPr/>
        </p:nvSpPr>
        <p:spPr>
          <a:xfrm rot="927614" flipH="1">
            <a:off x="4831017" y="4771473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D4F66F96-523C-3FBF-2AFA-6D03418D2EC6}"/>
              </a:ext>
            </a:extLst>
          </p:cNvPr>
          <p:cNvSpPr/>
          <p:nvPr/>
        </p:nvSpPr>
        <p:spPr>
          <a:xfrm rot="927614" flipH="1">
            <a:off x="4571438" y="4504503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764FFFB8-3FBB-BCE9-6776-14FCFFE12D38}"/>
              </a:ext>
            </a:extLst>
          </p:cNvPr>
          <p:cNvSpPr/>
          <p:nvPr/>
        </p:nvSpPr>
        <p:spPr>
          <a:xfrm rot="927614" flipH="1">
            <a:off x="4656150" y="4636012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C71459F5-ED4C-E41F-1AE6-3BF720C7F082}"/>
              </a:ext>
            </a:extLst>
          </p:cNvPr>
          <p:cNvSpPr/>
          <p:nvPr/>
        </p:nvSpPr>
        <p:spPr>
          <a:xfrm rot="927614" flipH="1">
            <a:off x="5046265" y="4702679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BFD6563A-5A39-F6E1-00AE-FB18D9F6E531}"/>
              </a:ext>
            </a:extLst>
          </p:cNvPr>
          <p:cNvSpPr/>
          <p:nvPr/>
        </p:nvSpPr>
        <p:spPr>
          <a:xfrm rot="927614" flipH="1">
            <a:off x="4686362" y="4509837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643EF14C-4DC2-9B66-9867-8BB8FA071259}"/>
              </a:ext>
            </a:extLst>
          </p:cNvPr>
          <p:cNvSpPr/>
          <p:nvPr/>
        </p:nvSpPr>
        <p:spPr>
          <a:xfrm rot="1378730" flipH="1">
            <a:off x="4470945" y="4379577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8CDA0C54-9657-932D-7449-1E9E94FFB1A6}"/>
              </a:ext>
            </a:extLst>
          </p:cNvPr>
          <p:cNvSpPr/>
          <p:nvPr/>
        </p:nvSpPr>
        <p:spPr>
          <a:xfrm rot="1378730" flipH="1">
            <a:off x="4498714" y="4435309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46BBF23E-7683-AA14-5293-63734A9D1246}"/>
              </a:ext>
            </a:extLst>
          </p:cNvPr>
          <p:cNvSpPr/>
          <p:nvPr/>
        </p:nvSpPr>
        <p:spPr>
          <a:xfrm rot="1378730" flipH="1">
            <a:off x="4514538" y="4451803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9B228401-1646-051E-D067-234D6E0C7C12}"/>
              </a:ext>
            </a:extLst>
          </p:cNvPr>
          <p:cNvSpPr/>
          <p:nvPr/>
        </p:nvSpPr>
        <p:spPr>
          <a:xfrm rot="1378730" flipH="1">
            <a:off x="4524962" y="4453634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4C84D2-5AED-AAF6-650C-D55497A281EA}"/>
              </a:ext>
            </a:extLst>
          </p:cNvPr>
          <p:cNvSpPr/>
          <p:nvPr/>
        </p:nvSpPr>
        <p:spPr>
          <a:xfrm>
            <a:off x="3505497" y="5319391"/>
            <a:ext cx="1074608" cy="8277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05642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7F4FB-F7DC-6AA5-EBFF-FBC8B42A3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A0DDD49F-820C-E8DC-D519-A9A98A0A9A98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5FF9E3E5-3AC8-5C4E-570B-052BB8972D93}"/>
              </a:ext>
            </a:extLst>
          </p:cNvPr>
          <p:cNvSpPr/>
          <p:nvPr/>
        </p:nvSpPr>
        <p:spPr>
          <a:xfrm rot="3314099" flipH="1">
            <a:off x="4388536" y="4665319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6E4933FF-245E-F125-F715-62EA712865E7}"/>
              </a:ext>
            </a:extLst>
          </p:cNvPr>
          <p:cNvSpPr/>
          <p:nvPr/>
        </p:nvSpPr>
        <p:spPr>
          <a:xfrm rot="3314099" flipH="1">
            <a:off x="4446210" y="483575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37DBB992-CD1A-16BC-2DBE-10FA07CE33A7}"/>
              </a:ext>
            </a:extLst>
          </p:cNvPr>
          <p:cNvSpPr/>
          <p:nvPr/>
        </p:nvSpPr>
        <p:spPr>
          <a:xfrm rot="993647" flipH="1">
            <a:off x="4928032" y="5052252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875E326D-E485-388B-5547-D22187C6EC1D}"/>
              </a:ext>
            </a:extLst>
          </p:cNvPr>
          <p:cNvSpPr/>
          <p:nvPr/>
        </p:nvSpPr>
        <p:spPr>
          <a:xfrm rot="484447" flipH="1">
            <a:off x="5075045" y="5049700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F89F87D6-699E-8508-1720-E078671607E3}"/>
              </a:ext>
            </a:extLst>
          </p:cNvPr>
          <p:cNvSpPr/>
          <p:nvPr/>
        </p:nvSpPr>
        <p:spPr>
          <a:xfrm rot="1628568" flipH="1">
            <a:off x="4846401" y="4043922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496BB0A2-7A69-14C4-3BC3-D32FB39F997F}"/>
              </a:ext>
            </a:extLst>
          </p:cNvPr>
          <p:cNvSpPr/>
          <p:nvPr/>
        </p:nvSpPr>
        <p:spPr>
          <a:xfrm rot="1628568" flipH="1">
            <a:off x="5378199" y="4282909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DED44148-59EC-D3BC-E4DA-937AA584A2B8}"/>
              </a:ext>
            </a:extLst>
          </p:cNvPr>
          <p:cNvSpPr/>
          <p:nvPr/>
        </p:nvSpPr>
        <p:spPr>
          <a:xfrm rot="1097933" flipH="1">
            <a:off x="4713703" y="4582594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E8DEBFD6-1338-CEBA-41A6-9B8FAEF33976}"/>
              </a:ext>
            </a:extLst>
          </p:cNvPr>
          <p:cNvSpPr/>
          <p:nvPr/>
        </p:nvSpPr>
        <p:spPr>
          <a:xfrm rot="1097933" flipH="1">
            <a:off x="4741318" y="439513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1D0F4CD4-5920-80F0-8A25-E6C365C73A71}"/>
              </a:ext>
            </a:extLst>
          </p:cNvPr>
          <p:cNvSpPr/>
          <p:nvPr/>
        </p:nvSpPr>
        <p:spPr>
          <a:xfrm rot="1110264" flipH="1">
            <a:off x="5614321" y="4586051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5CF34846-7317-F8CB-35F3-3C4A73580D07}"/>
              </a:ext>
            </a:extLst>
          </p:cNvPr>
          <p:cNvSpPr/>
          <p:nvPr/>
        </p:nvSpPr>
        <p:spPr>
          <a:xfrm rot="1110264" flipH="1">
            <a:off x="5926132" y="463889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279DB40C-7B99-EB46-E6E2-9B1223950554}"/>
              </a:ext>
            </a:extLst>
          </p:cNvPr>
          <p:cNvSpPr/>
          <p:nvPr/>
        </p:nvSpPr>
        <p:spPr>
          <a:xfrm rot="1110264" flipH="1">
            <a:off x="5674343" y="4366851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AFD38879-7415-C8D1-8F38-4A302306A5FD}"/>
              </a:ext>
            </a:extLst>
          </p:cNvPr>
          <p:cNvSpPr/>
          <p:nvPr/>
        </p:nvSpPr>
        <p:spPr>
          <a:xfrm rot="1110264" flipH="1">
            <a:off x="5755210" y="45000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6B3A597E-1740-1147-BB2F-88878465853C}"/>
              </a:ext>
            </a:extLst>
          </p:cNvPr>
          <p:cNvSpPr/>
          <p:nvPr/>
        </p:nvSpPr>
        <p:spPr>
          <a:xfrm rot="1110264" flipH="1">
            <a:off x="6141880" y="4576736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7FA4E15A-DEE5-8505-360C-432240CC1C8C}"/>
              </a:ext>
            </a:extLst>
          </p:cNvPr>
          <p:cNvSpPr/>
          <p:nvPr/>
        </p:nvSpPr>
        <p:spPr>
          <a:xfrm rot="1110264" flipH="1">
            <a:off x="5793225" y="4373898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40B17CAA-4429-84BB-49E4-DEAC474D39A1}"/>
              </a:ext>
            </a:extLst>
          </p:cNvPr>
          <p:cNvSpPr/>
          <p:nvPr/>
        </p:nvSpPr>
        <p:spPr>
          <a:xfrm rot="1378730" flipH="1">
            <a:off x="5572177" y="4240429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7EF6BD81-D8E7-5035-8999-B85771F080CC}"/>
              </a:ext>
            </a:extLst>
          </p:cNvPr>
          <p:cNvSpPr/>
          <p:nvPr/>
        </p:nvSpPr>
        <p:spPr>
          <a:xfrm rot="1378730" flipH="1">
            <a:off x="5599946" y="4296161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1638BCA7-4B14-7440-BBC6-4A9C65D1EC23}"/>
              </a:ext>
            </a:extLst>
          </p:cNvPr>
          <p:cNvSpPr/>
          <p:nvPr/>
        </p:nvSpPr>
        <p:spPr>
          <a:xfrm rot="1378730" flipH="1">
            <a:off x="5615770" y="4312655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91DF28EF-06CA-3634-B2FB-165E2EA788CE}"/>
              </a:ext>
            </a:extLst>
          </p:cNvPr>
          <p:cNvSpPr/>
          <p:nvPr/>
        </p:nvSpPr>
        <p:spPr>
          <a:xfrm rot="1378730" flipH="1">
            <a:off x="5626194" y="4314486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A4D4BED-B8AB-CFD1-9992-912CD5A3C2D5}"/>
              </a:ext>
            </a:extLst>
          </p:cNvPr>
          <p:cNvSpPr/>
          <p:nvPr/>
        </p:nvSpPr>
        <p:spPr>
          <a:xfrm>
            <a:off x="4633727" y="5222055"/>
            <a:ext cx="1074608" cy="8277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63434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76A74-E790-D8D0-4DFE-E4D6669D4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F286B60B-68C8-C67C-3464-A98FFFEDE410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ody">
            <a:extLst>
              <a:ext uri="{FF2B5EF4-FFF2-40B4-BE49-F238E27FC236}">
                <a16:creationId xmlns:a16="http://schemas.microsoft.com/office/drawing/2014/main" id="{5F8B1316-6A19-1E35-216D-CFF48255883C}"/>
              </a:ext>
            </a:extLst>
          </p:cNvPr>
          <p:cNvSpPr/>
          <p:nvPr/>
        </p:nvSpPr>
        <p:spPr>
          <a:xfrm rot="1628568" flipH="1">
            <a:off x="5011261" y="4183070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Tail BLK">
            <a:extLst>
              <a:ext uri="{FF2B5EF4-FFF2-40B4-BE49-F238E27FC236}">
                <a16:creationId xmlns:a16="http://schemas.microsoft.com/office/drawing/2014/main" id="{D2BB6737-2681-0989-9C7F-493C78F7E60C}"/>
              </a:ext>
            </a:extLst>
          </p:cNvPr>
          <p:cNvSpPr/>
          <p:nvPr/>
        </p:nvSpPr>
        <p:spPr>
          <a:xfrm rot="3755118" flipH="1">
            <a:off x="4517756" y="4791450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Tail GRAY">
            <a:extLst>
              <a:ext uri="{FF2B5EF4-FFF2-40B4-BE49-F238E27FC236}">
                <a16:creationId xmlns:a16="http://schemas.microsoft.com/office/drawing/2014/main" id="{F9DBA55D-2D9D-85E1-8C85-6F1B3967B14D}"/>
              </a:ext>
            </a:extLst>
          </p:cNvPr>
          <p:cNvSpPr/>
          <p:nvPr/>
        </p:nvSpPr>
        <p:spPr>
          <a:xfrm rot="3755118" flipH="1">
            <a:off x="4568319" y="495238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Foot 2">
            <a:extLst>
              <a:ext uri="{FF2B5EF4-FFF2-40B4-BE49-F238E27FC236}">
                <a16:creationId xmlns:a16="http://schemas.microsoft.com/office/drawing/2014/main" id="{32B669A3-21C0-B4D4-89BE-B09C634A655C}"/>
              </a:ext>
            </a:extLst>
          </p:cNvPr>
          <p:cNvSpPr/>
          <p:nvPr/>
        </p:nvSpPr>
        <p:spPr>
          <a:xfrm rot="956192" flipH="1">
            <a:off x="5039278" y="5156182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Foot 1">
            <a:extLst>
              <a:ext uri="{FF2B5EF4-FFF2-40B4-BE49-F238E27FC236}">
                <a16:creationId xmlns:a16="http://schemas.microsoft.com/office/drawing/2014/main" id="{D1DF31DD-D93D-01B3-E594-7596CAE6DB79}"/>
              </a:ext>
            </a:extLst>
          </p:cNvPr>
          <p:cNvSpPr/>
          <p:nvPr/>
        </p:nvSpPr>
        <p:spPr>
          <a:xfrm flipH="1">
            <a:off x="5201545" y="5175357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White">
            <a:extLst>
              <a:ext uri="{FF2B5EF4-FFF2-40B4-BE49-F238E27FC236}">
                <a16:creationId xmlns:a16="http://schemas.microsoft.com/office/drawing/2014/main" id="{94F265E2-3E92-94A0-0607-80207D438B01}"/>
              </a:ext>
            </a:extLst>
          </p:cNvPr>
          <p:cNvSpPr/>
          <p:nvPr/>
        </p:nvSpPr>
        <p:spPr>
          <a:xfrm rot="1628568" flipH="1">
            <a:off x="5543059" y="4422057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Wing Left GRAY">
            <a:extLst>
              <a:ext uri="{FF2B5EF4-FFF2-40B4-BE49-F238E27FC236}">
                <a16:creationId xmlns:a16="http://schemas.microsoft.com/office/drawing/2014/main" id="{CD0369F0-EFEC-71AD-AEA6-20DE0A7F8DDA}"/>
              </a:ext>
            </a:extLst>
          </p:cNvPr>
          <p:cNvSpPr/>
          <p:nvPr/>
        </p:nvSpPr>
        <p:spPr>
          <a:xfrm rot="3821159" flipH="1">
            <a:off x="4799707" y="4508133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46" name="Wing Left BLK">
            <a:extLst>
              <a:ext uri="{FF2B5EF4-FFF2-40B4-BE49-F238E27FC236}">
                <a16:creationId xmlns:a16="http://schemas.microsoft.com/office/drawing/2014/main" id="{E3DE6AB8-8844-0D22-C01A-5739DE9314A0}"/>
              </a:ext>
            </a:extLst>
          </p:cNvPr>
          <p:cNvSpPr/>
          <p:nvPr/>
        </p:nvSpPr>
        <p:spPr>
          <a:xfrm rot="3821159" flipH="1">
            <a:off x="4875523" y="4370057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47" name="Beak ORANGE 2">
            <a:extLst>
              <a:ext uri="{FF2B5EF4-FFF2-40B4-BE49-F238E27FC236}">
                <a16:creationId xmlns:a16="http://schemas.microsoft.com/office/drawing/2014/main" id="{518532E9-1028-1B72-D131-954DA91D1733}"/>
              </a:ext>
            </a:extLst>
          </p:cNvPr>
          <p:cNvSpPr/>
          <p:nvPr/>
        </p:nvSpPr>
        <p:spPr>
          <a:xfrm rot="927614" flipH="1">
            <a:off x="5782900" y="4726632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8" name="Beak RED 2">
            <a:extLst>
              <a:ext uri="{FF2B5EF4-FFF2-40B4-BE49-F238E27FC236}">
                <a16:creationId xmlns:a16="http://schemas.microsoft.com/office/drawing/2014/main" id="{4E6F0048-BFFE-6C0A-E02E-357574825125}"/>
              </a:ext>
            </a:extLst>
          </p:cNvPr>
          <p:cNvSpPr/>
          <p:nvPr/>
        </p:nvSpPr>
        <p:spPr>
          <a:xfrm rot="927614" flipH="1">
            <a:off x="6097109" y="4771473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9" name="Beak YLW">
            <a:extLst>
              <a:ext uri="{FF2B5EF4-FFF2-40B4-BE49-F238E27FC236}">
                <a16:creationId xmlns:a16="http://schemas.microsoft.com/office/drawing/2014/main" id="{B0737D83-E2AF-2706-5460-F519DC16B00B}"/>
              </a:ext>
            </a:extLst>
          </p:cNvPr>
          <p:cNvSpPr/>
          <p:nvPr/>
        </p:nvSpPr>
        <p:spPr>
          <a:xfrm rot="927614" flipH="1">
            <a:off x="5837530" y="4504503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0" name="Beak ORANGE 1">
            <a:extLst>
              <a:ext uri="{FF2B5EF4-FFF2-40B4-BE49-F238E27FC236}">
                <a16:creationId xmlns:a16="http://schemas.microsoft.com/office/drawing/2014/main" id="{EEFF44AE-7049-633D-8B51-B1AA6EA4842D}"/>
              </a:ext>
            </a:extLst>
          </p:cNvPr>
          <p:cNvSpPr/>
          <p:nvPr/>
        </p:nvSpPr>
        <p:spPr>
          <a:xfrm rot="927614" flipH="1">
            <a:off x="5922242" y="4636012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1" name="Beak BLK">
            <a:extLst>
              <a:ext uri="{FF2B5EF4-FFF2-40B4-BE49-F238E27FC236}">
                <a16:creationId xmlns:a16="http://schemas.microsoft.com/office/drawing/2014/main" id="{44FD526D-19FD-730C-4C85-3A2D66B07C3E}"/>
              </a:ext>
            </a:extLst>
          </p:cNvPr>
          <p:cNvSpPr/>
          <p:nvPr/>
        </p:nvSpPr>
        <p:spPr>
          <a:xfrm rot="927614" flipH="1">
            <a:off x="6312357" y="4702679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2" name="Beak RED 1">
            <a:extLst>
              <a:ext uri="{FF2B5EF4-FFF2-40B4-BE49-F238E27FC236}">
                <a16:creationId xmlns:a16="http://schemas.microsoft.com/office/drawing/2014/main" id="{098D2CE7-75DC-B628-A345-8D59867BED2F}"/>
              </a:ext>
            </a:extLst>
          </p:cNvPr>
          <p:cNvSpPr/>
          <p:nvPr/>
        </p:nvSpPr>
        <p:spPr>
          <a:xfrm rot="927614" flipH="1">
            <a:off x="5952454" y="4509837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3" name="Eye ORANGE">
            <a:extLst>
              <a:ext uri="{FF2B5EF4-FFF2-40B4-BE49-F238E27FC236}">
                <a16:creationId xmlns:a16="http://schemas.microsoft.com/office/drawing/2014/main" id="{B43C7616-A47F-74DB-0124-D1D55F44299F}"/>
              </a:ext>
            </a:extLst>
          </p:cNvPr>
          <p:cNvSpPr/>
          <p:nvPr/>
        </p:nvSpPr>
        <p:spPr>
          <a:xfrm rot="1378730" flipH="1">
            <a:off x="5737037" y="4379577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4" name="Eye BLUE">
            <a:extLst>
              <a:ext uri="{FF2B5EF4-FFF2-40B4-BE49-F238E27FC236}">
                <a16:creationId xmlns:a16="http://schemas.microsoft.com/office/drawing/2014/main" id="{3617B1AC-B46B-8006-EE4F-8D15FA1A1570}"/>
              </a:ext>
            </a:extLst>
          </p:cNvPr>
          <p:cNvSpPr/>
          <p:nvPr/>
        </p:nvSpPr>
        <p:spPr>
          <a:xfrm rot="1378730" flipH="1">
            <a:off x="5764806" y="4435309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5" name="Eye BLK">
            <a:extLst>
              <a:ext uri="{FF2B5EF4-FFF2-40B4-BE49-F238E27FC236}">
                <a16:creationId xmlns:a16="http://schemas.microsoft.com/office/drawing/2014/main" id="{0855CE7B-038C-594D-1434-D9108FA042AE}"/>
              </a:ext>
            </a:extLst>
          </p:cNvPr>
          <p:cNvSpPr/>
          <p:nvPr/>
        </p:nvSpPr>
        <p:spPr>
          <a:xfrm rot="1378730" flipH="1">
            <a:off x="5780630" y="4451803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6" name="Eye WHITE">
            <a:extLst>
              <a:ext uri="{FF2B5EF4-FFF2-40B4-BE49-F238E27FC236}">
                <a16:creationId xmlns:a16="http://schemas.microsoft.com/office/drawing/2014/main" id="{1A724D4F-3D29-91F4-20CD-5037CAFF8295}"/>
              </a:ext>
            </a:extLst>
          </p:cNvPr>
          <p:cNvSpPr/>
          <p:nvPr/>
        </p:nvSpPr>
        <p:spPr>
          <a:xfrm rot="1378730" flipH="1">
            <a:off x="5791054" y="4453634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A8419DC-9BFE-FE00-BF2F-AD2E25EABE81}"/>
              </a:ext>
            </a:extLst>
          </p:cNvPr>
          <p:cNvSpPr/>
          <p:nvPr/>
        </p:nvSpPr>
        <p:spPr>
          <a:xfrm>
            <a:off x="4707065" y="5353167"/>
            <a:ext cx="1074608" cy="8277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93164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7421C-085E-5EF7-FAD4-447E4EFCA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2966AAA6-0761-571C-DD6A-D5781FE8E673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7332276F-E4D6-6F3D-16E4-207A3639B068}"/>
              </a:ext>
            </a:extLst>
          </p:cNvPr>
          <p:cNvSpPr/>
          <p:nvPr/>
        </p:nvSpPr>
        <p:spPr>
          <a:xfrm rot="3314099" flipH="1">
            <a:off x="6100957" y="4665319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2D8F18DB-5FB6-A3B7-A899-44F8AD905DE6}"/>
              </a:ext>
            </a:extLst>
          </p:cNvPr>
          <p:cNvSpPr/>
          <p:nvPr/>
        </p:nvSpPr>
        <p:spPr>
          <a:xfrm rot="3314099" flipH="1">
            <a:off x="6158631" y="483575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120CC38D-010A-0E52-DCD7-EDC71469521D}"/>
              </a:ext>
            </a:extLst>
          </p:cNvPr>
          <p:cNvSpPr/>
          <p:nvPr/>
        </p:nvSpPr>
        <p:spPr>
          <a:xfrm rot="4492711" flipH="1">
            <a:off x="6576528" y="5015805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E2E1A26A-310D-1F0B-7DA6-985FD1712603}"/>
              </a:ext>
            </a:extLst>
          </p:cNvPr>
          <p:cNvSpPr/>
          <p:nvPr/>
        </p:nvSpPr>
        <p:spPr>
          <a:xfrm rot="3731735" flipH="1">
            <a:off x="6719206" y="5046030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458B6CFB-5817-03C7-2154-BE4DA08CC00A}"/>
              </a:ext>
            </a:extLst>
          </p:cNvPr>
          <p:cNvSpPr/>
          <p:nvPr/>
        </p:nvSpPr>
        <p:spPr>
          <a:xfrm rot="1628568" flipH="1">
            <a:off x="6558822" y="4043922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E465C7A6-BBD6-A384-2DEB-AD572233DB0C}"/>
              </a:ext>
            </a:extLst>
          </p:cNvPr>
          <p:cNvSpPr/>
          <p:nvPr/>
        </p:nvSpPr>
        <p:spPr>
          <a:xfrm rot="1628568" flipH="1">
            <a:off x="7090620" y="4282909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23E96416-7915-8859-5658-AA305E542A26}"/>
              </a:ext>
            </a:extLst>
          </p:cNvPr>
          <p:cNvSpPr/>
          <p:nvPr/>
        </p:nvSpPr>
        <p:spPr>
          <a:xfrm rot="1097933" flipH="1">
            <a:off x="6426124" y="4582594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29249320-E937-CE6A-518D-E47CE85446B2}"/>
              </a:ext>
            </a:extLst>
          </p:cNvPr>
          <p:cNvSpPr/>
          <p:nvPr/>
        </p:nvSpPr>
        <p:spPr>
          <a:xfrm rot="1097933" flipH="1">
            <a:off x="6453739" y="439513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EC0D9951-D493-5904-446D-A354AB6240B7}"/>
              </a:ext>
            </a:extLst>
          </p:cNvPr>
          <p:cNvSpPr/>
          <p:nvPr/>
        </p:nvSpPr>
        <p:spPr>
          <a:xfrm rot="1110264" flipH="1">
            <a:off x="7326742" y="4586051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E1E68677-EE83-2526-7F17-BDECDFB6F2D4}"/>
              </a:ext>
            </a:extLst>
          </p:cNvPr>
          <p:cNvSpPr/>
          <p:nvPr/>
        </p:nvSpPr>
        <p:spPr>
          <a:xfrm rot="1110264" flipH="1">
            <a:off x="7638553" y="463889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8B36502D-6677-DCCB-4FE3-96E204618D0C}"/>
              </a:ext>
            </a:extLst>
          </p:cNvPr>
          <p:cNvSpPr/>
          <p:nvPr/>
        </p:nvSpPr>
        <p:spPr>
          <a:xfrm rot="1110264" flipH="1">
            <a:off x="7386764" y="4366851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F91BEF43-1699-B3C5-9CD7-9BCF0FF11954}"/>
              </a:ext>
            </a:extLst>
          </p:cNvPr>
          <p:cNvSpPr/>
          <p:nvPr/>
        </p:nvSpPr>
        <p:spPr>
          <a:xfrm rot="1110264" flipH="1">
            <a:off x="7467631" y="45000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2ADD9B12-E6CD-A121-AF4D-CF3E65FEBB34}"/>
              </a:ext>
            </a:extLst>
          </p:cNvPr>
          <p:cNvSpPr/>
          <p:nvPr/>
        </p:nvSpPr>
        <p:spPr>
          <a:xfrm rot="1110264" flipH="1">
            <a:off x="7854301" y="4576736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F93B5D6F-676B-4284-8346-886FD512BCDE}"/>
              </a:ext>
            </a:extLst>
          </p:cNvPr>
          <p:cNvSpPr/>
          <p:nvPr/>
        </p:nvSpPr>
        <p:spPr>
          <a:xfrm rot="1110264" flipH="1">
            <a:off x="7505646" y="4373898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92C6D0F8-B6BA-9EE0-CBE2-318F51C5C51A}"/>
              </a:ext>
            </a:extLst>
          </p:cNvPr>
          <p:cNvSpPr/>
          <p:nvPr/>
        </p:nvSpPr>
        <p:spPr>
          <a:xfrm rot="1378730" flipH="1">
            <a:off x="7284598" y="4240429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2DD11ADE-73B4-F1C4-454C-C3D4A2C5DBAC}"/>
              </a:ext>
            </a:extLst>
          </p:cNvPr>
          <p:cNvSpPr/>
          <p:nvPr/>
        </p:nvSpPr>
        <p:spPr>
          <a:xfrm rot="1378730" flipH="1">
            <a:off x="7312367" y="4296161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B027E054-293A-BA59-CE83-3FA64BC5BD2C}"/>
              </a:ext>
            </a:extLst>
          </p:cNvPr>
          <p:cNvSpPr/>
          <p:nvPr/>
        </p:nvSpPr>
        <p:spPr>
          <a:xfrm rot="1378730" flipH="1">
            <a:off x="7328191" y="4312655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354567E6-E564-DD80-0B5E-589EB7F703EA}"/>
              </a:ext>
            </a:extLst>
          </p:cNvPr>
          <p:cNvSpPr/>
          <p:nvPr/>
        </p:nvSpPr>
        <p:spPr>
          <a:xfrm rot="1378730" flipH="1">
            <a:off x="7338615" y="4314486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81735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ADB5D-DE4A-7E72-4075-D19DA0E59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C8866114-51D9-368C-6F31-B84331ACD55D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E1AEC97F-D933-FF21-6C39-B5A974A8681E}"/>
              </a:ext>
            </a:extLst>
          </p:cNvPr>
          <p:cNvSpPr/>
          <p:nvPr/>
        </p:nvSpPr>
        <p:spPr>
          <a:xfrm rot="1628568" flipH="1">
            <a:off x="8521770" y="4183070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5" name="Tail BLK">
            <a:extLst>
              <a:ext uri="{FF2B5EF4-FFF2-40B4-BE49-F238E27FC236}">
                <a16:creationId xmlns:a16="http://schemas.microsoft.com/office/drawing/2014/main" id="{066D85D6-75DB-5D83-B972-C9BCBB7D00ED}"/>
              </a:ext>
            </a:extLst>
          </p:cNvPr>
          <p:cNvSpPr/>
          <p:nvPr/>
        </p:nvSpPr>
        <p:spPr>
          <a:xfrm rot="3755118" flipH="1">
            <a:off x="8028265" y="4791450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6" name="Tail GRAY">
            <a:extLst>
              <a:ext uri="{FF2B5EF4-FFF2-40B4-BE49-F238E27FC236}">
                <a16:creationId xmlns:a16="http://schemas.microsoft.com/office/drawing/2014/main" id="{3F44BF5A-6237-74CA-3F61-190ACBB49280}"/>
              </a:ext>
            </a:extLst>
          </p:cNvPr>
          <p:cNvSpPr/>
          <p:nvPr/>
        </p:nvSpPr>
        <p:spPr>
          <a:xfrm rot="3755118" flipH="1">
            <a:off x="8078828" y="495238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2" name="Foot 2">
            <a:extLst>
              <a:ext uri="{FF2B5EF4-FFF2-40B4-BE49-F238E27FC236}">
                <a16:creationId xmlns:a16="http://schemas.microsoft.com/office/drawing/2014/main" id="{450E4E6E-9C0F-7486-C468-E6EA66DFD0A4}"/>
              </a:ext>
            </a:extLst>
          </p:cNvPr>
          <p:cNvSpPr/>
          <p:nvPr/>
        </p:nvSpPr>
        <p:spPr>
          <a:xfrm rot="3338966" flipH="1">
            <a:off x="8549787" y="5156182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1" name="Foot 1">
            <a:extLst>
              <a:ext uri="{FF2B5EF4-FFF2-40B4-BE49-F238E27FC236}">
                <a16:creationId xmlns:a16="http://schemas.microsoft.com/office/drawing/2014/main" id="{3D26E27B-96A1-BF93-B2BA-028E2BFAEA23}"/>
              </a:ext>
            </a:extLst>
          </p:cNvPr>
          <p:cNvSpPr/>
          <p:nvPr/>
        </p:nvSpPr>
        <p:spPr>
          <a:xfrm rot="3439332" flipH="1">
            <a:off x="8678567" y="5206744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9" name="White">
            <a:extLst>
              <a:ext uri="{FF2B5EF4-FFF2-40B4-BE49-F238E27FC236}">
                <a16:creationId xmlns:a16="http://schemas.microsoft.com/office/drawing/2014/main" id="{FED7C151-5E69-F2F4-A31D-71762EFBB9E5}"/>
              </a:ext>
            </a:extLst>
          </p:cNvPr>
          <p:cNvSpPr/>
          <p:nvPr/>
        </p:nvSpPr>
        <p:spPr>
          <a:xfrm rot="1628568" flipH="1">
            <a:off x="9053568" y="4422057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7" name="Wing Left GRAY">
            <a:extLst>
              <a:ext uri="{FF2B5EF4-FFF2-40B4-BE49-F238E27FC236}">
                <a16:creationId xmlns:a16="http://schemas.microsoft.com/office/drawing/2014/main" id="{E07B1B88-E0B5-65E5-C4A8-6A852BE56787}"/>
              </a:ext>
            </a:extLst>
          </p:cNvPr>
          <p:cNvSpPr/>
          <p:nvPr/>
        </p:nvSpPr>
        <p:spPr>
          <a:xfrm rot="3821159" flipH="1">
            <a:off x="8310216" y="4508133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8" name="Wing Left BLK">
            <a:extLst>
              <a:ext uri="{FF2B5EF4-FFF2-40B4-BE49-F238E27FC236}">
                <a16:creationId xmlns:a16="http://schemas.microsoft.com/office/drawing/2014/main" id="{34A86DC8-F9C9-B05A-5F33-C4254DE55D07}"/>
              </a:ext>
            </a:extLst>
          </p:cNvPr>
          <p:cNvSpPr/>
          <p:nvPr/>
        </p:nvSpPr>
        <p:spPr>
          <a:xfrm rot="3821159" flipH="1">
            <a:off x="8386032" y="4370057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12" name="Beak ORANGE 2">
            <a:extLst>
              <a:ext uri="{FF2B5EF4-FFF2-40B4-BE49-F238E27FC236}">
                <a16:creationId xmlns:a16="http://schemas.microsoft.com/office/drawing/2014/main" id="{EF826D88-2D5C-CCC5-AE9C-508DEB8782CB}"/>
              </a:ext>
            </a:extLst>
          </p:cNvPr>
          <p:cNvSpPr/>
          <p:nvPr/>
        </p:nvSpPr>
        <p:spPr>
          <a:xfrm rot="927614" flipH="1">
            <a:off x="9293409" y="4726632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4" name="Beak RED 2">
            <a:extLst>
              <a:ext uri="{FF2B5EF4-FFF2-40B4-BE49-F238E27FC236}">
                <a16:creationId xmlns:a16="http://schemas.microsoft.com/office/drawing/2014/main" id="{76E26437-721B-22F5-1415-27798E4EB8A6}"/>
              </a:ext>
            </a:extLst>
          </p:cNvPr>
          <p:cNvSpPr/>
          <p:nvPr/>
        </p:nvSpPr>
        <p:spPr>
          <a:xfrm rot="927614" flipH="1">
            <a:off x="9607618" y="4771473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0" name="Beak YLW">
            <a:extLst>
              <a:ext uri="{FF2B5EF4-FFF2-40B4-BE49-F238E27FC236}">
                <a16:creationId xmlns:a16="http://schemas.microsoft.com/office/drawing/2014/main" id="{39871551-9199-3472-0860-070A923B7E9A}"/>
              </a:ext>
            </a:extLst>
          </p:cNvPr>
          <p:cNvSpPr/>
          <p:nvPr/>
        </p:nvSpPr>
        <p:spPr>
          <a:xfrm rot="927614" flipH="1">
            <a:off x="9348039" y="4504503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1" name="Beak ORANGE 1">
            <a:extLst>
              <a:ext uri="{FF2B5EF4-FFF2-40B4-BE49-F238E27FC236}">
                <a16:creationId xmlns:a16="http://schemas.microsoft.com/office/drawing/2014/main" id="{18A60D25-052B-71EE-CCF4-1BBFD3BFCD3B}"/>
              </a:ext>
            </a:extLst>
          </p:cNvPr>
          <p:cNvSpPr/>
          <p:nvPr/>
        </p:nvSpPr>
        <p:spPr>
          <a:xfrm rot="927614" flipH="1">
            <a:off x="9432751" y="4636012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3" name="Beak BLK">
            <a:extLst>
              <a:ext uri="{FF2B5EF4-FFF2-40B4-BE49-F238E27FC236}">
                <a16:creationId xmlns:a16="http://schemas.microsoft.com/office/drawing/2014/main" id="{06A06672-8F14-8559-7726-BB8E94F5CD37}"/>
              </a:ext>
            </a:extLst>
          </p:cNvPr>
          <p:cNvSpPr/>
          <p:nvPr/>
        </p:nvSpPr>
        <p:spPr>
          <a:xfrm rot="927614" flipH="1">
            <a:off x="9822866" y="4702679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5" name="Beak RED 1">
            <a:extLst>
              <a:ext uri="{FF2B5EF4-FFF2-40B4-BE49-F238E27FC236}">
                <a16:creationId xmlns:a16="http://schemas.microsoft.com/office/drawing/2014/main" id="{52844BA7-7384-D27E-AE71-715099FCA90F}"/>
              </a:ext>
            </a:extLst>
          </p:cNvPr>
          <p:cNvSpPr/>
          <p:nvPr/>
        </p:nvSpPr>
        <p:spPr>
          <a:xfrm rot="927614" flipH="1">
            <a:off x="9462963" y="4509837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6" name="Eye ORANGE">
            <a:extLst>
              <a:ext uri="{FF2B5EF4-FFF2-40B4-BE49-F238E27FC236}">
                <a16:creationId xmlns:a16="http://schemas.microsoft.com/office/drawing/2014/main" id="{740F4F39-DC82-D020-0072-5C143E912B7E}"/>
              </a:ext>
            </a:extLst>
          </p:cNvPr>
          <p:cNvSpPr/>
          <p:nvPr/>
        </p:nvSpPr>
        <p:spPr>
          <a:xfrm rot="1378730" flipH="1">
            <a:off x="9247546" y="4379577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7" name="Eye BLUE">
            <a:extLst>
              <a:ext uri="{FF2B5EF4-FFF2-40B4-BE49-F238E27FC236}">
                <a16:creationId xmlns:a16="http://schemas.microsoft.com/office/drawing/2014/main" id="{74F41E3D-6FC1-BB9F-B488-2B1AA3ED9C74}"/>
              </a:ext>
            </a:extLst>
          </p:cNvPr>
          <p:cNvSpPr/>
          <p:nvPr/>
        </p:nvSpPr>
        <p:spPr>
          <a:xfrm rot="1378730" flipH="1">
            <a:off x="9275315" y="4435309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8" name="Eye BLK">
            <a:extLst>
              <a:ext uri="{FF2B5EF4-FFF2-40B4-BE49-F238E27FC236}">
                <a16:creationId xmlns:a16="http://schemas.microsoft.com/office/drawing/2014/main" id="{60E2274F-9E17-6C4F-BC78-07EE0579D88D}"/>
              </a:ext>
            </a:extLst>
          </p:cNvPr>
          <p:cNvSpPr/>
          <p:nvPr/>
        </p:nvSpPr>
        <p:spPr>
          <a:xfrm rot="1378730" flipH="1">
            <a:off x="9291139" y="4451803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19" name="Eye WHITE">
            <a:extLst>
              <a:ext uri="{FF2B5EF4-FFF2-40B4-BE49-F238E27FC236}">
                <a16:creationId xmlns:a16="http://schemas.microsoft.com/office/drawing/2014/main" id="{954EAE7E-7D25-0172-2721-E624128FF111}"/>
              </a:ext>
            </a:extLst>
          </p:cNvPr>
          <p:cNvSpPr/>
          <p:nvPr/>
        </p:nvSpPr>
        <p:spPr>
          <a:xfrm rot="1378730" flipH="1">
            <a:off x="9301563" y="4453634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4158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FED9C-E51B-DDEC-BD05-FFFDB884A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88A773D2-85A5-D4FA-3C32-EFFA85AF4627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Beak YLW">
            <a:extLst>
              <a:ext uri="{FF2B5EF4-FFF2-40B4-BE49-F238E27FC236}">
                <a16:creationId xmlns:a16="http://schemas.microsoft.com/office/drawing/2014/main" id="{9315FA2B-2D45-2C5F-2475-F5669673A6A1}"/>
              </a:ext>
            </a:extLst>
          </p:cNvPr>
          <p:cNvSpPr/>
          <p:nvPr/>
        </p:nvSpPr>
        <p:spPr>
          <a:xfrm rot="1110264" flipH="1">
            <a:off x="10880839" y="4408146"/>
            <a:ext cx="635685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Beak ORANGE 1">
            <a:extLst>
              <a:ext uri="{FF2B5EF4-FFF2-40B4-BE49-F238E27FC236}">
                <a16:creationId xmlns:a16="http://schemas.microsoft.com/office/drawing/2014/main" id="{962417BD-BE97-E250-7412-13E5E9F19A9B}"/>
              </a:ext>
            </a:extLst>
          </p:cNvPr>
          <p:cNvSpPr/>
          <p:nvPr/>
        </p:nvSpPr>
        <p:spPr>
          <a:xfrm rot="1110264" flipH="1">
            <a:off x="10944505" y="4541330"/>
            <a:ext cx="554938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BLK">
            <a:extLst>
              <a:ext uri="{FF2B5EF4-FFF2-40B4-BE49-F238E27FC236}">
                <a16:creationId xmlns:a16="http://schemas.microsoft.com/office/drawing/2014/main" id="{56C78CF4-107F-065A-74DF-9344E6EEBE77}"/>
              </a:ext>
            </a:extLst>
          </p:cNvPr>
          <p:cNvSpPr/>
          <p:nvPr/>
        </p:nvSpPr>
        <p:spPr>
          <a:xfrm rot="1110264" flipH="1">
            <a:off x="11248927" y="4618031"/>
            <a:ext cx="240679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" name="Tail BLK">
            <a:extLst>
              <a:ext uri="{FF2B5EF4-FFF2-40B4-BE49-F238E27FC236}">
                <a16:creationId xmlns:a16="http://schemas.microsoft.com/office/drawing/2014/main" id="{CC8D9F49-1A53-BBAD-44DF-F76926B9986F}"/>
              </a:ext>
            </a:extLst>
          </p:cNvPr>
          <p:cNvSpPr/>
          <p:nvPr/>
        </p:nvSpPr>
        <p:spPr>
          <a:xfrm rot="3314099" flipH="1">
            <a:off x="9828733" y="4760340"/>
            <a:ext cx="374228" cy="397706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3" name="Tail GRAY">
            <a:extLst>
              <a:ext uri="{FF2B5EF4-FFF2-40B4-BE49-F238E27FC236}">
                <a16:creationId xmlns:a16="http://schemas.microsoft.com/office/drawing/2014/main" id="{7F8290B3-7E6E-3081-C98A-6CA09F5E5706}"/>
              </a:ext>
            </a:extLst>
          </p:cNvPr>
          <p:cNvSpPr/>
          <p:nvPr/>
        </p:nvSpPr>
        <p:spPr>
          <a:xfrm rot="3314099" flipH="1">
            <a:off x="9901383" y="4907305"/>
            <a:ext cx="118073" cy="223980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24" name="Foot 2">
            <a:extLst>
              <a:ext uri="{FF2B5EF4-FFF2-40B4-BE49-F238E27FC236}">
                <a16:creationId xmlns:a16="http://schemas.microsoft.com/office/drawing/2014/main" id="{8CAC61C6-4B02-5AB4-05BC-A28CBA4B9828}"/>
              </a:ext>
            </a:extLst>
          </p:cNvPr>
          <p:cNvSpPr/>
          <p:nvPr/>
        </p:nvSpPr>
        <p:spPr>
          <a:xfrm rot="4492711" flipH="1">
            <a:off x="10225135" y="5078219"/>
            <a:ext cx="167476" cy="156332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5" name="Foot 1">
            <a:extLst>
              <a:ext uri="{FF2B5EF4-FFF2-40B4-BE49-F238E27FC236}">
                <a16:creationId xmlns:a16="http://schemas.microsoft.com/office/drawing/2014/main" id="{B2108AB8-4E13-3665-78CE-B756FA8779E7}"/>
              </a:ext>
            </a:extLst>
          </p:cNvPr>
          <p:cNvSpPr/>
          <p:nvPr/>
        </p:nvSpPr>
        <p:spPr>
          <a:xfrm rot="3731735" flipH="1">
            <a:off x="10337465" y="5108444"/>
            <a:ext cx="167476" cy="156332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6" name="Body">
            <a:extLst>
              <a:ext uri="{FF2B5EF4-FFF2-40B4-BE49-F238E27FC236}">
                <a16:creationId xmlns:a16="http://schemas.microsoft.com/office/drawing/2014/main" id="{87EBE019-6CBE-BC8C-05F0-540F51D57D01}"/>
              </a:ext>
            </a:extLst>
          </p:cNvPr>
          <p:cNvSpPr/>
          <p:nvPr/>
        </p:nvSpPr>
        <p:spPr>
          <a:xfrm rot="1628568" flipH="1">
            <a:off x="10229007" y="4085217"/>
            <a:ext cx="685360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7" name="White">
            <a:extLst>
              <a:ext uri="{FF2B5EF4-FFF2-40B4-BE49-F238E27FC236}">
                <a16:creationId xmlns:a16="http://schemas.microsoft.com/office/drawing/2014/main" id="{635ACA11-AAF1-9601-D237-1BDAEFCECE5B}"/>
              </a:ext>
            </a:extLst>
          </p:cNvPr>
          <p:cNvSpPr/>
          <p:nvPr/>
        </p:nvSpPr>
        <p:spPr>
          <a:xfrm rot="1628568" flipH="1">
            <a:off x="10647688" y="4324204"/>
            <a:ext cx="278287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Wing Left GRAY">
            <a:extLst>
              <a:ext uri="{FF2B5EF4-FFF2-40B4-BE49-F238E27FC236}">
                <a16:creationId xmlns:a16="http://schemas.microsoft.com/office/drawing/2014/main" id="{AE094FA1-4A7E-0701-BDA0-52A96EE0F445}"/>
              </a:ext>
            </a:extLst>
          </p:cNvPr>
          <p:cNvSpPr/>
          <p:nvPr/>
        </p:nvSpPr>
        <p:spPr>
          <a:xfrm rot="1097933" flipH="1">
            <a:off x="10124535" y="4623889"/>
            <a:ext cx="457133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29" name="Wing Left BLK">
            <a:extLst>
              <a:ext uri="{FF2B5EF4-FFF2-40B4-BE49-F238E27FC236}">
                <a16:creationId xmlns:a16="http://schemas.microsoft.com/office/drawing/2014/main" id="{4DD50D7C-4F2F-618D-83AD-56BA83C27A50}"/>
              </a:ext>
            </a:extLst>
          </p:cNvPr>
          <p:cNvSpPr/>
          <p:nvPr/>
        </p:nvSpPr>
        <p:spPr>
          <a:xfrm rot="1097933" flipH="1">
            <a:off x="10146276" y="4436425"/>
            <a:ext cx="468684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30" name="Beak ORANGE 2">
            <a:extLst>
              <a:ext uri="{FF2B5EF4-FFF2-40B4-BE49-F238E27FC236}">
                <a16:creationId xmlns:a16="http://schemas.microsoft.com/office/drawing/2014/main" id="{1E93C54C-34E5-42B1-094B-20953F563268}"/>
              </a:ext>
            </a:extLst>
          </p:cNvPr>
          <p:cNvSpPr/>
          <p:nvPr/>
        </p:nvSpPr>
        <p:spPr>
          <a:xfrm rot="1110264" flipH="1">
            <a:off x="10833585" y="4627346"/>
            <a:ext cx="639151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Beak RED 2">
            <a:extLst>
              <a:ext uri="{FF2B5EF4-FFF2-40B4-BE49-F238E27FC236}">
                <a16:creationId xmlns:a16="http://schemas.microsoft.com/office/drawing/2014/main" id="{CDACF7C9-E335-596E-15DD-34C5F0E610F5}"/>
              </a:ext>
            </a:extLst>
          </p:cNvPr>
          <p:cNvSpPr/>
          <p:nvPr/>
        </p:nvSpPr>
        <p:spPr>
          <a:xfrm rot="1110264" flipH="1">
            <a:off x="11079071" y="4680186"/>
            <a:ext cx="383315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RED 1">
            <a:extLst>
              <a:ext uri="{FF2B5EF4-FFF2-40B4-BE49-F238E27FC236}">
                <a16:creationId xmlns:a16="http://schemas.microsoft.com/office/drawing/2014/main" id="{ED8436B3-DEEF-F9AE-2DAF-DF678496D5E8}"/>
              </a:ext>
            </a:extLst>
          </p:cNvPr>
          <p:cNvSpPr/>
          <p:nvPr/>
        </p:nvSpPr>
        <p:spPr>
          <a:xfrm rot="1110264" flipH="1">
            <a:off x="10974434" y="4415193"/>
            <a:ext cx="502358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Eye ORANGE">
            <a:extLst>
              <a:ext uri="{FF2B5EF4-FFF2-40B4-BE49-F238E27FC236}">
                <a16:creationId xmlns:a16="http://schemas.microsoft.com/office/drawing/2014/main" id="{1E9932CE-5DCD-5D46-E50B-6CFB80B89844}"/>
              </a:ext>
            </a:extLst>
          </p:cNvPr>
          <p:cNvSpPr/>
          <p:nvPr/>
        </p:nvSpPr>
        <p:spPr>
          <a:xfrm rot="1378730" flipH="1">
            <a:off x="10800405" y="4281724"/>
            <a:ext cx="115483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Eye BLUE">
            <a:extLst>
              <a:ext uri="{FF2B5EF4-FFF2-40B4-BE49-F238E27FC236}">
                <a16:creationId xmlns:a16="http://schemas.microsoft.com/office/drawing/2014/main" id="{8615651E-ED29-F087-EE6C-78321943969C}"/>
              </a:ext>
            </a:extLst>
          </p:cNvPr>
          <p:cNvSpPr/>
          <p:nvPr/>
        </p:nvSpPr>
        <p:spPr>
          <a:xfrm rot="1378730" flipH="1">
            <a:off x="10822267" y="4337456"/>
            <a:ext cx="73620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Eye BLK">
            <a:extLst>
              <a:ext uri="{FF2B5EF4-FFF2-40B4-BE49-F238E27FC236}">
                <a16:creationId xmlns:a16="http://schemas.microsoft.com/office/drawing/2014/main" id="{99855DD1-CD66-A3AC-C7A9-50C8F32B9C71}"/>
              </a:ext>
            </a:extLst>
          </p:cNvPr>
          <p:cNvSpPr/>
          <p:nvPr/>
        </p:nvSpPr>
        <p:spPr>
          <a:xfrm rot="1378730" flipH="1">
            <a:off x="10834725" y="4353950"/>
            <a:ext cx="51212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Eye WHITE">
            <a:extLst>
              <a:ext uri="{FF2B5EF4-FFF2-40B4-BE49-F238E27FC236}">
                <a16:creationId xmlns:a16="http://schemas.microsoft.com/office/drawing/2014/main" id="{451F89BC-FD26-A46E-43BC-7818219476EE}"/>
              </a:ext>
            </a:extLst>
          </p:cNvPr>
          <p:cNvSpPr/>
          <p:nvPr/>
        </p:nvSpPr>
        <p:spPr>
          <a:xfrm rot="1378730" flipH="1">
            <a:off x="10842932" y="4355781"/>
            <a:ext cx="19046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10649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9796F-ED13-B37E-72D5-55C8B5ED2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ranch">
            <a:extLst>
              <a:ext uri="{FF2B5EF4-FFF2-40B4-BE49-F238E27FC236}">
                <a16:creationId xmlns:a16="http://schemas.microsoft.com/office/drawing/2014/main" id="{887D8362-CFC5-789B-7EB0-37FAF3BC296E}"/>
              </a:ext>
            </a:extLst>
          </p:cNvPr>
          <p:cNvSpPr/>
          <p:nvPr/>
        </p:nvSpPr>
        <p:spPr>
          <a:xfrm>
            <a:off x="10508467" y="5148984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Beak YLW">
            <a:extLst>
              <a:ext uri="{FF2B5EF4-FFF2-40B4-BE49-F238E27FC236}">
                <a16:creationId xmlns:a16="http://schemas.microsoft.com/office/drawing/2014/main" id="{BDC04431-006C-85AE-11FB-C8648292FCB2}"/>
              </a:ext>
            </a:extLst>
          </p:cNvPr>
          <p:cNvSpPr/>
          <p:nvPr/>
        </p:nvSpPr>
        <p:spPr>
          <a:xfrm rot="20489736">
            <a:off x="10412361" y="4286782"/>
            <a:ext cx="419423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Beak ORANGE 1">
            <a:extLst>
              <a:ext uri="{FF2B5EF4-FFF2-40B4-BE49-F238E27FC236}">
                <a16:creationId xmlns:a16="http://schemas.microsoft.com/office/drawing/2014/main" id="{E018F49C-125F-A281-068B-75F1DF972B51}"/>
              </a:ext>
            </a:extLst>
          </p:cNvPr>
          <p:cNvSpPr/>
          <p:nvPr/>
        </p:nvSpPr>
        <p:spPr>
          <a:xfrm rot="20489736">
            <a:off x="10423631" y="4419966"/>
            <a:ext cx="366147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BLK">
            <a:extLst>
              <a:ext uri="{FF2B5EF4-FFF2-40B4-BE49-F238E27FC236}">
                <a16:creationId xmlns:a16="http://schemas.microsoft.com/office/drawing/2014/main" id="{05EB6BAB-1656-445F-4DC4-54BA1C412E53}"/>
              </a:ext>
            </a:extLst>
          </p:cNvPr>
          <p:cNvSpPr/>
          <p:nvPr/>
        </p:nvSpPr>
        <p:spPr>
          <a:xfrm rot="20489736">
            <a:off x="10430121" y="4496667"/>
            <a:ext cx="158799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" name="Tail BLK">
            <a:extLst>
              <a:ext uri="{FF2B5EF4-FFF2-40B4-BE49-F238E27FC236}">
                <a16:creationId xmlns:a16="http://schemas.microsoft.com/office/drawing/2014/main" id="{C89A5794-040B-0888-F803-F20EF0FB7A10}"/>
              </a:ext>
            </a:extLst>
          </p:cNvPr>
          <p:cNvSpPr/>
          <p:nvPr/>
        </p:nvSpPr>
        <p:spPr>
          <a:xfrm rot="18285901">
            <a:off x="11215389" y="4706626"/>
            <a:ext cx="374228" cy="262405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3" name="Tail GRAY">
            <a:extLst>
              <a:ext uri="{FF2B5EF4-FFF2-40B4-BE49-F238E27FC236}">
                <a16:creationId xmlns:a16="http://schemas.microsoft.com/office/drawing/2014/main" id="{2D238D17-42B7-6D0C-7E44-77F21B78447A}"/>
              </a:ext>
            </a:extLst>
          </p:cNvPr>
          <p:cNvSpPr/>
          <p:nvPr/>
        </p:nvSpPr>
        <p:spPr>
          <a:xfrm rot="18285901">
            <a:off x="11380038" y="4824040"/>
            <a:ext cx="118073" cy="147781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24" name="Foot 2">
            <a:extLst>
              <a:ext uri="{FF2B5EF4-FFF2-40B4-BE49-F238E27FC236}">
                <a16:creationId xmlns:a16="http://schemas.microsoft.com/office/drawing/2014/main" id="{FACF8470-9BDA-C94F-1A7F-43DA409071E4}"/>
              </a:ext>
            </a:extLst>
          </p:cNvPr>
          <p:cNvSpPr/>
          <p:nvPr/>
        </p:nvSpPr>
        <p:spPr>
          <a:xfrm rot="17107289">
            <a:off x="11125427" y="4983447"/>
            <a:ext cx="167476" cy="103147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5" name="Foot 1">
            <a:extLst>
              <a:ext uri="{FF2B5EF4-FFF2-40B4-BE49-F238E27FC236}">
                <a16:creationId xmlns:a16="http://schemas.microsoft.com/office/drawing/2014/main" id="{70F1AD05-6A36-D0B6-5BF7-FACCE86B5071}"/>
              </a:ext>
            </a:extLst>
          </p:cNvPr>
          <p:cNvSpPr/>
          <p:nvPr/>
        </p:nvSpPr>
        <p:spPr>
          <a:xfrm rot="17868265">
            <a:off x="11051313" y="5013672"/>
            <a:ext cx="167476" cy="103147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6" name="Body">
            <a:extLst>
              <a:ext uri="{FF2B5EF4-FFF2-40B4-BE49-F238E27FC236}">
                <a16:creationId xmlns:a16="http://schemas.microsoft.com/office/drawing/2014/main" id="{992F64A7-F2F9-6D5D-D400-41E80CD37BBD}"/>
              </a:ext>
            </a:extLst>
          </p:cNvPr>
          <p:cNvSpPr/>
          <p:nvPr/>
        </p:nvSpPr>
        <p:spPr>
          <a:xfrm rot="19971432">
            <a:off x="10809662" y="3963853"/>
            <a:ext cx="45219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7" name="White">
            <a:extLst>
              <a:ext uri="{FF2B5EF4-FFF2-40B4-BE49-F238E27FC236}">
                <a16:creationId xmlns:a16="http://schemas.microsoft.com/office/drawing/2014/main" id="{6DFFE045-6520-7837-75AC-BD514CEC3064}"/>
              </a:ext>
            </a:extLst>
          </p:cNvPr>
          <p:cNvSpPr/>
          <p:nvPr/>
        </p:nvSpPr>
        <p:spPr>
          <a:xfrm rot="19971432">
            <a:off x="10802004" y="4202840"/>
            <a:ext cx="183613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Wing Left GRAY">
            <a:extLst>
              <a:ext uri="{FF2B5EF4-FFF2-40B4-BE49-F238E27FC236}">
                <a16:creationId xmlns:a16="http://schemas.microsoft.com/office/drawing/2014/main" id="{57039F1E-1E32-6949-0774-89E8032D319E}"/>
              </a:ext>
            </a:extLst>
          </p:cNvPr>
          <p:cNvSpPr/>
          <p:nvPr/>
        </p:nvSpPr>
        <p:spPr>
          <a:xfrm rot="20502067">
            <a:off x="11029176" y="4502525"/>
            <a:ext cx="301615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E262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29" name="Wing Left BLK">
            <a:extLst>
              <a:ext uri="{FF2B5EF4-FFF2-40B4-BE49-F238E27FC236}">
                <a16:creationId xmlns:a16="http://schemas.microsoft.com/office/drawing/2014/main" id="{39F1F4D1-4E04-94E5-F570-0E97E146F0CD}"/>
              </a:ext>
            </a:extLst>
          </p:cNvPr>
          <p:cNvSpPr/>
          <p:nvPr/>
        </p:nvSpPr>
        <p:spPr>
          <a:xfrm rot="20502067">
            <a:off x="11007210" y="4315061"/>
            <a:ext cx="309237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191516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30" name="Beak ORANGE 2">
            <a:extLst>
              <a:ext uri="{FF2B5EF4-FFF2-40B4-BE49-F238E27FC236}">
                <a16:creationId xmlns:a16="http://schemas.microsoft.com/office/drawing/2014/main" id="{3963E19C-3D04-B70D-5D4C-373B4648ECFE}"/>
              </a:ext>
            </a:extLst>
          </p:cNvPr>
          <p:cNvSpPr/>
          <p:nvPr/>
        </p:nvSpPr>
        <p:spPr>
          <a:xfrm rot="20489736">
            <a:off x="10441252" y="4505982"/>
            <a:ext cx="421710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Beak RED 2">
            <a:extLst>
              <a:ext uri="{FF2B5EF4-FFF2-40B4-BE49-F238E27FC236}">
                <a16:creationId xmlns:a16="http://schemas.microsoft.com/office/drawing/2014/main" id="{EE43A05D-38D6-4769-FB58-49469C0F2C03}"/>
              </a:ext>
            </a:extLst>
          </p:cNvPr>
          <p:cNvSpPr/>
          <p:nvPr/>
        </p:nvSpPr>
        <p:spPr>
          <a:xfrm rot="20489736">
            <a:off x="10448081" y="4558822"/>
            <a:ext cx="252910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RED 1">
            <a:extLst>
              <a:ext uri="{FF2B5EF4-FFF2-40B4-BE49-F238E27FC236}">
                <a16:creationId xmlns:a16="http://schemas.microsoft.com/office/drawing/2014/main" id="{E2AF8E91-C2D4-F198-F899-94DC922A9B0F}"/>
              </a:ext>
            </a:extLst>
          </p:cNvPr>
          <p:cNvSpPr/>
          <p:nvPr/>
        </p:nvSpPr>
        <p:spPr>
          <a:xfrm rot="20489736">
            <a:off x="10438576" y="4293829"/>
            <a:ext cx="331454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Eye ORANGE">
            <a:extLst>
              <a:ext uri="{FF2B5EF4-FFF2-40B4-BE49-F238E27FC236}">
                <a16:creationId xmlns:a16="http://schemas.microsoft.com/office/drawing/2014/main" id="{085C4CC6-FB42-BBE9-2F7E-94ADB1211090}"/>
              </a:ext>
            </a:extLst>
          </p:cNvPr>
          <p:cNvSpPr/>
          <p:nvPr/>
        </p:nvSpPr>
        <p:spPr>
          <a:xfrm rot="20221270">
            <a:off x="10808659" y="4160360"/>
            <a:ext cx="76195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Eye BLUE">
            <a:extLst>
              <a:ext uri="{FF2B5EF4-FFF2-40B4-BE49-F238E27FC236}">
                <a16:creationId xmlns:a16="http://schemas.microsoft.com/office/drawing/2014/main" id="{55879E9E-A7DE-2532-2CA9-FEDD716C0144}"/>
              </a:ext>
            </a:extLst>
          </p:cNvPr>
          <p:cNvSpPr/>
          <p:nvPr/>
        </p:nvSpPr>
        <p:spPr>
          <a:xfrm rot="20221270">
            <a:off x="10821855" y="4216092"/>
            <a:ext cx="48575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Eye BLK">
            <a:extLst>
              <a:ext uri="{FF2B5EF4-FFF2-40B4-BE49-F238E27FC236}">
                <a16:creationId xmlns:a16="http://schemas.microsoft.com/office/drawing/2014/main" id="{BCD614DF-3866-4990-23A4-9DC314400F35}"/>
              </a:ext>
            </a:extLst>
          </p:cNvPr>
          <p:cNvSpPr/>
          <p:nvPr/>
        </p:nvSpPr>
        <p:spPr>
          <a:xfrm rot="20221270">
            <a:off x="10828420" y="4232586"/>
            <a:ext cx="33789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Eye WHITE">
            <a:extLst>
              <a:ext uri="{FF2B5EF4-FFF2-40B4-BE49-F238E27FC236}">
                <a16:creationId xmlns:a16="http://schemas.microsoft.com/office/drawing/2014/main" id="{15F3F5A8-BE6A-9C9B-979B-8A781AC33423}"/>
              </a:ext>
            </a:extLst>
          </p:cNvPr>
          <p:cNvSpPr/>
          <p:nvPr/>
        </p:nvSpPr>
        <p:spPr>
          <a:xfrm rot="20221270">
            <a:off x="10844228" y="4234417"/>
            <a:ext cx="12567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48843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20FFB-DB41-1E3A-54B4-E0C748EC1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86E1E4EB-6DCC-E138-0438-4F9AA8EBF35F}"/>
              </a:ext>
            </a:extLst>
          </p:cNvPr>
          <p:cNvSpPr/>
          <p:nvPr/>
        </p:nvSpPr>
        <p:spPr>
          <a:xfrm>
            <a:off x="11524967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EB3F0D93-B8B9-58DA-E325-3CC0FB7C5693}"/>
              </a:ext>
            </a:extLst>
          </p:cNvPr>
          <p:cNvSpPr/>
          <p:nvPr/>
        </p:nvSpPr>
        <p:spPr>
          <a:xfrm>
            <a:off x="11643816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F499EB48-E0D0-7406-5C97-E6C19B359AF1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D4119A4C-2CF7-479E-18FB-78898099F6A8}"/>
              </a:ext>
            </a:extLst>
          </p:cNvPr>
          <p:cNvSpPr/>
          <p:nvPr/>
        </p:nvSpPr>
        <p:spPr>
          <a:xfrm>
            <a:off x="11314866" y="534542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C45D87C7-58C6-3A39-829A-A12D702DABDA}"/>
              </a:ext>
            </a:extLst>
          </p:cNvPr>
          <p:cNvSpPr/>
          <p:nvPr/>
        </p:nvSpPr>
        <p:spPr>
          <a:xfrm>
            <a:off x="11103243" y="533982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2E8593DC-A448-CF9B-5A66-E3E830EF9CD1}"/>
              </a:ext>
            </a:extLst>
          </p:cNvPr>
          <p:cNvSpPr/>
          <p:nvPr/>
        </p:nvSpPr>
        <p:spPr>
          <a:xfrm>
            <a:off x="10850686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A30B984B-B127-4934-FB27-2E57D38C6FA7}"/>
              </a:ext>
            </a:extLst>
          </p:cNvPr>
          <p:cNvSpPr/>
          <p:nvPr/>
        </p:nvSpPr>
        <p:spPr>
          <a:xfrm>
            <a:off x="10880631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61E2F980-B47A-C2B7-112F-94E446DE2258}"/>
              </a:ext>
            </a:extLst>
          </p:cNvPr>
          <p:cNvSpPr/>
          <p:nvPr/>
        </p:nvSpPr>
        <p:spPr>
          <a:xfrm>
            <a:off x="11187560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F7392BAC-C0F3-11E7-055C-53A585DB9482}"/>
              </a:ext>
            </a:extLst>
          </p:cNvPr>
          <p:cNvSpPr/>
          <p:nvPr/>
        </p:nvSpPr>
        <p:spPr>
          <a:xfrm>
            <a:off x="11185522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D3580E9C-A411-64FD-0321-D5FD0AC84D9C}"/>
              </a:ext>
            </a:extLst>
          </p:cNvPr>
          <p:cNvSpPr/>
          <p:nvPr/>
        </p:nvSpPr>
        <p:spPr>
          <a:xfrm>
            <a:off x="10210256" y="452230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7EEAD251-F1A3-0A51-9693-2825F6CE3AB3}"/>
              </a:ext>
            </a:extLst>
          </p:cNvPr>
          <p:cNvSpPr/>
          <p:nvPr/>
        </p:nvSpPr>
        <p:spPr>
          <a:xfrm>
            <a:off x="10215530" y="452521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E6FC9421-5AD7-A61B-883F-A40BAE8CE40E}"/>
              </a:ext>
            </a:extLst>
          </p:cNvPr>
          <p:cNvSpPr/>
          <p:nvPr/>
        </p:nvSpPr>
        <p:spPr>
          <a:xfrm>
            <a:off x="10189362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1C37A5ED-7D7A-4609-AE9E-813F0A83D6B2}"/>
              </a:ext>
            </a:extLst>
          </p:cNvPr>
          <p:cNvSpPr/>
          <p:nvPr/>
        </p:nvSpPr>
        <p:spPr>
          <a:xfrm>
            <a:off x="10189362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612734BF-001E-F16B-DC61-4CCC68518C5C}"/>
              </a:ext>
            </a:extLst>
          </p:cNvPr>
          <p:cNvSpPr/>
          <p:nvPr/>
        </p:nvSpPr>
        <p:spPr>
          <a:xfrm>
            <a:off x="10189362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752AF8D4-9EAD-832C-D7DB-67D877CFC0C5}"/>
              </a:ext>
            </a:extLst>
          </p:cNvPr>
          <p:cNvSpPr/>
          <p:nvPr/>
        </p:nvSpPr>
        <p:spPr>
          <a:xfrm>
            <a:off x="10264964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02752FE7-A1C5-2CD2-C6D2-FA78F225C96B}"/>
              </a:ext>
            </a:extLst>
          </p:cNvPr>
          <p:cNvSpPr/>
          <p:nvPr/>
        </p:nvSpPr>
        <p:spPr>
          <a:xfrm>
            <a:off x="11005431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06426107-F8F5-C348-4F1C-F707DB302459}"/>
              </a:ext>
            </a:extLst>
          </p:cNvPr>
          <p:cNvSpPr/>
          <p:nvPr/>
        </p:nvSpPr>
        <p:spPr>
          <a:xfrm>
            <a:off x="11028738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8B436420-0C24-6ED8-A6F5-79101A1AF171}"/>
              </a:ext>
            </a:extLst>
          </p:cNvPr>
          <p:cNvSpPr/>
          <p:nvPr/>
        </p:nvSpPr>
        <p:spPr>
          <a:xfrm>
            <a:off x="11040613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99B01962-2648-C108-DFBB-597576DCA58A}"/>
              </a:ext>
            </a:extLst>
          </p:cNvPr>
          <p:cNvSpPr/>
          <p:nvPr/>
        </p:nvSpPr>
        <p:spPr>
          <a:xfrm>
            <a:off x="11078445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02375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Caroline Hornhuber</dc:creator>
  <cp:lastModifiedBy>Caroline Hornhuber</cp:lastModifiedBy>
  <cp:revision>4</cp:revision>
  <dcterms:created xsi:type="dcterms:W3CDTF">2026-01-11T10:38:18Z</dcterms:created>
  <dcterms:modified xsi:type="dcterms:W3CDTF">2026-01-11T14:13:36Z</dcterms:modified>
</cp:coreProperties>
</file>