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72" r:id="rId4"/>
    <p:sldId id="267" r:id="rId5"/>
    <p:sldId id="268" r:id="rId6"/>
    <p:sldId id="269" r:id="rId7"/>
    <p:sldId id="270" r:id="rId8"/>
    <p:sldId id="271" r:id="rId9"/>
    <p:sldId id="273" r:id="rId10"/>
    <p:sldId id="274" r:id="rId11"/>
    <p:sldId id="275" r:id="rId12"/>
    <p:sldId id="276" r:id="rId13"/>
    <p:sldId id="278" r:id="rId14"/>
    <p:sldId id="277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7" r:id="rId23"/>
    <p:sldId id="288" r:id="rId24"/>
    <p:sldId id="286" r:id="rId25"/>
    <p:sldId id="289" r:id="rId26"/>
    <p:sldId id="290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516"/>
    <a:srgbClr val="2E2627"/>
    <a:srgbClr val="221C1D"/>
    <a:srgbClr val="655355"/>
    <a:srgbClr val="0F0F0F"/>
    <a:srgbClr val="F2C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42" autoAdjust="0"/>
    <p:restoredTop sz="94660"/>
  </p:normalViewPr>
  <p:slideViewPr>
    <p:cSldViewPr snapToGrid="0">
      <p:cViewPr>
        <p:scale>
          <a:sx n="153" d="100"/>
          <a:sy n="153" d="100"/>
        </p:scale>
        <p:origin x="-5332" y="-3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02CDD5A-DF07-07D7-39DF-179813B8B4E4}"/>
              </a:ext>
            </a:extLst>
          </p:cNvPr>
          <p:cNvGrpSpPr/>
          <p:nvPr userDrawn="1"/>
        </p:nvGrpSpPr>
        <p:grpSpPr>
          <a:xfrm>
            <a:off x="10209228" y="4298623"/>
            <a:ext cx="1982771" cy="1564462"/>
            <a:chOff x="10209228" y="4298623"/>
            <a:chExt cx="1982771" cy="156446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A4AC646-4144-384B-8B5B-5063D1D72535}"/>
                </a:ext>
              </a:extLst>
            </p:cNvPr>
            <p:cNvSpPr/>
            <p:nvPr/>
          </p:nvSpPr>
          <p:spPr>
            <a:xfrm>
              <a:off x="10209228" y="4298623"/>
              <a:ext cx="1691715" cy="1564462"/>
            </a:xfrm>
            <a:custGeom>
              <a:avLst/>
              <a:gdLst>
                <a:gd name="csX0" fmla="*/ 2259439 w 3786052"/>
                <a:gd name="csY0" fmla="*/ 109996 h 3447563"/>
                <a:gd name="csX1" fmla="*/ 2559329 w 3786052"/>
                <a:gd name="csY1" fmla="*/ 649160 h 3447563"/>
                <a:gd name="csX2" fmla="*/ 2570888 w 3786052"/>
                <a:gd name="csY2" fmla="*/ 842249 h 3447563"/>
                <a:gd name="csX3" fmla="*/ 2571685 w 3786052"/>
                <a:gd name="csY3" fmla="*/ 862280 h 3447563"/>
                <a:gd name="csX4" fmla="*/ 2571752 w 3786052"/>
                <a:gd name="csY4" fmla="*/ 896436 h 3447563"/>
                <a:gd name="csX5" fmla="*/ 2578999 w 3786052"/>
                <a:gd name="csY5" fmla="*/ 934202 h 3447563"/>
                <a:gd name="csX6" fmla="*/ 2641364 w 3786052"/>
                <a:gd name="csY6" fmla="*/ 967688 h 3447563"/>
                <a:gd name="csX7" fmla="*/ 2678333 w 3786052"/>
                <a:gd name="csY7" fmla="*/ 984827 h 3447563"/>
                <a:gd name="csX8" fmla="*/ 2696449 w 3786052"/>
                <a:gd name="csY8" fmla="*/ 993198 h 3447563"/>
                <a:gd name="csX9" fmla="*/ 2793311 w 3786052"/>
                <a:gd name="csY9" fmla="*/ 1054753 h 3447563"/>
                <a:gd name="csX10" fmla="*/ 2813664 w 3786052"/>
                <a:gd name="csY10" fmla="*/ 1069353 h 3447563"/>
                <a:gd name="csX11" fmla="*/ 2940651 w 3786052"/>
                <a:gd name="csY11" fmla="*/ 1175304 h 3447563"/>
                <a:gd name="csX12" fmla="*/ 2954555 w 3786052"/>
                <a:gd name="csY12" fmla="*/ 1188551 h 3447563"/>
                <a:gd name="csX13" fmla="*/ 3422854 w 3786052"/>
                <a:gd name="csY13" fmla="*/ 1952187 h 3447563"/>
                <a:gd name="csX14" fmla="*/ 3428440 w 3786052"/>
                <a:gd name="csY14" fmla="*/ 1969325 h 3447563"/>
                <a:gd name="csX15" fmla="*/ 3482292 w 3786052"/>
                <a:gd name="csY15" fmla="*/ 2186591 h 3447563"/>
                <a:gd name="csX16" fmla="*/ 3486666 w 3786052"/>
                <a:gd name="csY16" fmla="*/ 2208859 h 3447563"/>
                <a:gd name="csX17" fmla="*/ 3496524 w 3786052"/>
                <a:gd name="csY17" fmla="*/ 2360720 h 3447563"/>
                <a:gd name="csX18" fmla="*/ 3389368 w 3786052"/>
                <a:gd name="csY18" fmla="*/ 2360720 h 3447563"/>
                <a:gd name="csX19" fmla="*/ 3456340 w 3786052"/>
                <a:gd name="csY19" fmla="*/ 2494665 h 3447563"/>
                <a:gd name="csX20" fmla="*/ 3637950 w 3786052"/>
                <a:gd name="csY20" fmla="*/ 2843995 h 3447563"/>
                <a:gd name="csX21" fmla="*/ 3707903 w 3786052"/>
                <a:gd name="csY21" fmla="*/ 2998634 h 3447563"/>
                <a:gd name="csX22" fmla="*/ 3717594 w 3786052"/>
                <a:gd name="csY22" fmla="*/ 3022530 h 3447563"/>
                <a:gd name="csX23" fmla="*/ 3786181 w 3786052"/>
                <a:gd name="csY23" fmla="*/ 3291224 h 3447563"/>
                <a:gd name="csX24" fmla="*/ 3786596 w 3786052"/>
                <a:gd name="csY24" fmla="*/ 3304974 h 3447563"/>
                <a:gd name="csX25" fmla="*/ 3746834 w 3786052"/>
                <a:gd name="csY25" fmla="*/ 3410516 h 3447563"/>
                <a:gd name="csX26" fmla="*/ 3576891 w 3786052"/>
                <a:gd name="csY26" fmla="*/ 3445677 h 3447563"/>
                <a:gd name="csX27" fmla="*/ 3527392 w 3786052"/>
                <a:gd name="csY27" fmla="*/ 3431264 h 3447563"/>
                <a:gd name="csX28" fmla="*/ 3468476 w 3786052"/>
                <a:gd name="csY28" fmla="*/ 3416376 h 3447563"/>
                <a:gd name="csX29" fmla="*/ 3444701 w 3786052"/>
                <a:gd name="csY29" fmla="*/ 3411353 h 3447563"/>
                <a:gd name="csX30" fmla="*/ 3397753 w 3786052"/>
                <a:gd name="csY30" fmla="*/ 3401883 h 3447563"/>
                <a:gd name="csX31" fmla="*/ 3336627 w 3786052"/>
                <a:gd name="csY31" fmla="*/ 3389587 h 3447563"/>
                <a:gd name="csX32" fmla="*/ 3316843 w 3786052"/>
                <a:gd name="csY32" fmla="*/ 3385837 h 3447563"/>
                <a:gd name="csX33" fmla="*/ 3161661 w 3786052"/>
                <a:gd name="csY33" fmla="*/ 3291640 h 3447563"/>
                <a:gd name="csX34" fmla="*/ 3031901 w 3786052"/>
                <a:gd name="csY34" fmla="*/ 2868038 h 3447563"/>
                <a:gd name="csX35" fmla="*/ 3028499 w 3786052"/>
                <a:gd name="csY35" fmla="*/ 2851502 h 3447563"/>
                <a:gd name="csX36" fmla="*/ 3021018 w 3786052"/>
                <a:gd name="csY36" fmla="*/ 2775950 h 3447563"/>
                <a:gd name="csX37" fmla="*/ 2981812 w 3786052"/>
                <a:gd name="csY37" fmla="*/ 2488758 h 3447563"/>
                <a:gd name="csX38" fmla="*/ 2958265 w 3786052"/>
                <a:gd name="csY38" fmla="*/ 2385332 h 3447563"/>
                <a:gd name="csX39" fmla="*/ 2568169 w 3786052"/>
                <a:gd name="csY39" fmla="*/ 2304476 h 3447563"/>
                <a:gd name="csX40" fmla="*/ 2505496 w 3786052"/>
                <a:gd name="csY40" fmla="*/ 2390864 h 3447563"/>
                <a:gd name="csX41" fmla="*/ 2317544 w 3786052"/>
                <a:gd name="csY41" fmla="*/ 2316297 h 3447563"/>
                <a:gd name="csX42" fmla="*/ 2289181 w 3786052"/>
                <a:gd name="csY42" fmla="*/ 2283547 h 3447563"/>
                <a:gd name="csX43" fmla="*/ 2268413 w 3786052"/>
                <a:gd name="csY43" fmla="*/ 2264447 h 3447563"/>
                <a:gd name="csX44" fmla="*/ 2170854 w 3786052"/>
                <a:gd name="csY44" fmla="*/ 2145965 h 3447563"/>
                <a:gd name="csX45" fmla="*/ 2102555 w 3786052"/>
                <a:gd name="csY45" fmla="*/ 2085080 h 3447563"/>
                <a:gd name="csX46" fmla="*/ 1922667 w 3786052"/>
                <a:gd name="csY46" fmla="*/ 1952187 h 3447563"/>
                <a:gd name="csX47" fmla="*/ 1910484 w 3786052"/>
                <a:gd name="csY47" fmla="*/ 1941658 h 3447563"/>
                <a:gd name="csX48" fmla="*/ 1775327 w 3786052"/>
                <a:gd name="csY48" fmla="*/ 1798149 h 3447563"/>
                <a:gd name="csX49" fmla="*/ 1767143 w 3786052"/>
                <a:gd name="csY49" fmla="*/ 1787434 h 3447563"/>
                <a:gd name="csX50" fmla="*/ 1587803 w 3786052"/>
                <a:gd name="csY50" fmla="*/ 1322643 h 3447563"/>
                <a:gd name="csX51" fmla="*/ 1625475 w 3786052"/>
                <a:gd name="csY51" fmla="*/ 1378733 h 3447563"/>
                <a:gd name="csX52" fmla="*/ 1755235 w 3786052"/>
                <a:gd name="csY52" fmla="*/ 1469983 h 3447563"/>
                <a:gd name="csX53" fmla="*/ 1989981 w 3786052"/>
                <a:gd name="csY53" fmla="*/ 1415595 h 3447563"/>
                <a:gd name="csX54" fmla="*/ 2095958 w 3786052"/>
                <a:gd name="csY54" fmla="*/ 1191210 h 3447563"/>
                <a:gd name="csX55" fmla="*/ 2186345 w 3786052"/>
                <a:gd name="csY55" fmla="*/ 1027783 h 3447563"/>
                <a:gd name="csX56" fmla="*/ 2313151 w 3786052"/>
                <a:gd name="csY56" fmla="*/ 670839 h 3447563"/>
                <a:gd name="csX57" fmla="*/ 2143676 w 3786052"/>
                <a:gd name="csY57" fmla="*/ 284567 h 3447563"/>
                <a:gd name="csX58" fmla="*/ 2143676 w 3786052"/>
                <a:gd name="csY58" fmla="*/ 271173 h 3447563"/>
                <a:gd name="csX59" fmla="*/ 2096796 w 3786052"/>
                <a:gd name="csY59" fmla="*/ 251081 h 3447563"/>
                <a:gd name="csX60" fmla="*/ 2102421 w 3786052"/>
                <a:gd name="csY60" fmla="*/ 262098 h 3447563"/>
                <a:gd name="csX61" fmla="*/ 2109768 w 3786052"/>
                <a:gd name="csY61" fmla="*/ 276618 h 3447563"/>
                <a:gd name="csX62" fmla="*/ 2117068 w 3786052"/>
                <a:gd name="csY62" fmla="*/ 290977 h 3447563"/>
                <a:gd name="csX63" fmla="*/ 2123163 w 3786052"/>
                <a:gd name="csY63" fmla="*/ 399258 h 3447563"/>
                <a:gd name="csX64" fmla="*/ 1882483 w 3786052"/>
                <a:gd name="csY64" fmla="*/ 532366 h 3447563"/>
                <a:gd name="csX65" fmla="*/ 1828905 w 3786052"/>
                <a:gd name="csY65" fmla="*/ 539063 h 3447563"/>
                <a:gd name="csX66" fmla="*/ 1826681 w 3786052"/>
                <a:gd name="csY66" fmla="*/ 550603 h 3447563"/>
                <a:gd name="csX67" fmla="*/ 1748538 w 3786052"/>
                <a:gd name="csY67" fmla="*/ 686403 h 3447563"/>
                <a:gd name="csX68" fmla="*/ 1686166 w 3786052"/>
                <a:gd name="csY68" fmla="*/ 717800 h 3447563"/>
                <a:gd name="csX69" fmla="*/ 1670119 w 3786052"/>
                <a:gd name="csY69" fmla="*/ 725448 h 3447563"/>
                <a:gd name="csX70" fmla="*/ 1554317 w 3786052"/>
                <a:gd name="csY70" fmla="*/ 766770 h 3447563"/>
                <a:gd name="csX71" fmla="*/ 1541934 w 3786052"/>
                <a:gd name="csY71" fmla="*/ 770595 h 3447563"/>
                <a:gd name="csX72" fmla="*/ 1480225 w 3786052"/>
                <a:gd name="csY72" fmla="*/ 774593 h 3447563"/>
                <a:gd name="csX73" fmla="*/ 1466134 w 3786052"/>
                <a:gd name="csY73" fmla="*/ 774680 h 3447563"/>
                <a:gd name="csX74" fmla="*/ 1420372 w 3786052"/>
                <a:gd name="csY74" fmla="*/ 774727 h 3447563"/>
                <a:gd name="csX75" fmla="*/ 1404425 w 3786052"/>
                <a:gd name="csY75" fmla="*/ 774727 h 3447563"/>
                <a:gd name="csX76" fmla="*/ 1154758 w 3786052"/>
                <a:gd name="csY76" fmla="*/ 763924 h 3447563"/>
                <a:gd name="csX77" fmla="*/ 963873 w 3786052"/>
                <a:gd name="csY77" fmla="*/ 752150 h 3447563"/>
                <a:gd name="csX78" fmla="*/ 934063 w 3786052"/>
                <a:gd name="csY78" fmla="*/ 750556 h 3447563"/>
                <a:gd name="csX79" fmla="*/ 894301 w 3786052"/>
                <a:gd name="csY79" fmla="*/ 748460 h 3447563"/>
                <a:gd name="csX80" fmla="*/ 843623 w 3786052"/>
                <a:gd name="csY80" fmla="*/ 745045 h 3447563"/>
                <a:gd name="csX81" fmla="*/ 672709 w 3786052"/>
                <a:gd name="csY81" fmla="*/ 738622 h 3447563"/>
                <a:gd name="csX82" fmla="*/ 659100 w 3786052"/>
                <a:gd name="csY82" fmla="*/ 738568 h 3447563"/>
                <a:gd name="csX83" fmla="*/ 587607 w 3786052"/>
                <a:gd name="csY83" fmla="*/ 738374 h 3447563"/>
                <a:gd name="csX84" fmla="*/ 529897 w 3786052"/>
                <a:gd name="csY84" fmla="*/ 738099 h 3447563"/>
                <a:gd name="csX85" fmla="*/ 154588 w 3786052"/>
                <a:gd name="csY85" fmla="*/ 760073 h 3447563"/>
                <a:gd name="csX86" fmla="*/ 133552 w 3786052"/>
                <a:gd name="csY86" fmla="*/ 762993 h 3447563"/>
                <a:gd name="csX87" fmla="*/ 551 w 3786052"/>
                <a:gd name="csY87" fmla="*/ 786862 h 3447563"/>
                <a:gd name="csX88" fmla="*/ 154588 w 3786052"/>
                <a:gd name="csY88" fmla="*/ 445302 h 3447563"/>
                <a:gd name="csX89" fmla="*/ 169001 w 3786052"/>
                <a:gd name="csY89" fmla="*/ 427487 h 3447563"/>
                <a:gd name="csX90" fmla="*/ 563122 w 3786052"/>
                <a:gd name="csY90" fmla="*/ 164017 h 3447563"/>
                <a:gd name="csX91" fmla="*/ 575867 w 3786052"/>
                <a:gd name="csY91" fmla="*/ 158438 h 3447563"/>
                <a:gd name="csX92" fmla="*/ 1442138 w 3786052"/>
                <a:gd name="csY92" fmla="*/ 14587 h 3447563"/>
                <a:gd name="csX93" fmla="*/ 1464058 w 3786052"/>
                <a:gd name="csY93" fmla="*/ 14513 h 3447563"/>
                <a:gd name="csX94" fmla="*/ 1764631 w 3786052"/>
                <a:gd name="csY94" fmla="*/ 34411 h 3447563"/>
                <a:gd name="csX95" fmla="*/ 1815510 w 3786052"/>
                <a:gd name="csY95" fmla="*/ 16677 h 3447563"/>
                <a:gd name="csX96" fmla="*/ 2259439 w 3786052"/>
                <a:gd name="csY96" fmla="*/ 109996 h 34475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</a:cxnLst>
              <a:rect l="l" t="t" r="r" b="b"/>
              <a:pathLst>
                <a:path w="3786052" h="3447563">
                  <a:moveTo>
                    <a:pt x="2259439" y="109996"/>
                  </a:moveTo>
                  <a:cubicBezTo>
                    <a:pt x="2435885" y="244303"/>
                    <a:pt x="2528307" y="432081"/>
                    <a:pt x="2559329" y="649160"/>
                  </a:cubicBezTo>
                  <a:cubicBezTo>
                    <a:pt x="2567526" y="713306"/>
                    <a:pt x="2569261" y="777654"/>
                    <a:pt x="2570888" y="842249"/>
                  </a:cubicBezTo>
                  <a:cubicBezTo>
                    <a:pt x="2571150" y="848859"/>
                    <a:pt x="2571417" y="855469"/>
                    <a:pt x="2571685" y="862280"/>
                  </a:cubicBezTo>
                  <a:cubicBezTo>
                    <a:pt x="2572067" y="873659"/>
                    <a:pt x="2572147" y="885058"/>
                    <a:pt x="2571752" y="896436"/>
                  </a:cubicBezTo>
                  <a:cubicBezTo>
                    <a:pt x="2571290" y="912329"/>
                    <a:pt x="2571290" y="912329"/>
                    <a:pt x="2578999" y="934202"/>
                  </a:cubicBezTo>
                  <a:cubicBezTo>
                    <a:pt x="2597972" y="949505"/>
                    <a:pt x="2619022" y="958265"/>
                    <a:pt x="2641364" y="967688"/>
                  </a:cubicBezTo>
                  <a:cubicBezTo>
                    <a:pt x="2653707" y="973361"/>
                    <a:pt x="2666030" y="979074"/>
                    <a:pt x="2678333" y="984827"/>
                  </a:cubicBezTo>
                  <a:cubicBezTo>
                    <a:pt x="2684313" y="987586"/>
                    <a:pt x="2690294" y="990352"/>
                    <a:pt x="2696449" y="993198"/>
                  </a:cubicBezTo>
                  <a:cubicBezTo>
                    <a:pt x="2731241" y="1010035"/>
                    <a:pt x="2762142" y="1031982"/>
                    <a:pt x="2793311" y="1054753"/>
                  </a:cubicBezTo>
                  <a:cubicBezTo>
                    <a:pt x="2800029" y="1059575"/>
                    <a:pt x="2806746" y="1064390"/>
                    <a:pt x="2813664" y="1069353"/>
                  </a:cubicBezTo>
                  <a:cubicBezTo>
                    <a:pt x="2858502" y="1102156"/>
                    <a:pt x="2900561" y="1136875"/>
                    <a:pt x="2940651" y="1175304"/>
                  </a:cubicBezTo>
                  <a:cubicBezTo>
                    <a:pt x="2945239" y="1179677"/>
                    <a:pt x="2949826" y="1184050"/>
                    <a:pt x="2954555" y="1188551"/>
                  </a:cubicBezTo>
                  <a:cubicBezTo>
                    <a:pt x="3173133" y="1397994"/>
                    <a:pt x="3329508" y="1664472"/>
                    <a:pt x="3422854" y="1952187"/>
                  </a:cubicBezTo>
                  <a:cubicBezTo>
                    <a:pt x="3425620" y="1960672"/>
                    <a:pt x="3425620" y="1960672"/>
                    <a:pt x="3428440" y="1969325"/>
                  </a:cubicBezTo>
                  <a:cubicBezTo>
                    <a:pt x="3451297" y="2040744"/>
                    <a:pt x="3468134" y="2112968"/>
                    <a:pt x="3482292" y="2186591"/>
                  </a:cubicBezTo>
                  <a:cubicBezTo>
                    <a:pt x="3484456" y="2197615"/>
                    <a:pt x="3484456" y="2197615"/>
                    <a:pt x="3486666" y="2208859"/>
                  </a:cubicBezTo>
                  <a:cubicBezTo>
                    <a:pt x="3495995" y="2260147"/>
                    <a:pt x="3497743" y="2308608"/>
                    <a:pt x="3496524" y="2360720"/>
                  </a:cubicBezTo>
                  <a:cubicBezTo>
                    <a:pt x="3461163" y="2360720"/>
                    <a:pt x="3425801" y="2360720"/>
                    <a:pt x="3389368" y="2360720"/>
                  </a:cubicBezTo>
                  <a:cubicBezTo>
                    <a:pt x="3422519" y="2427023"/>
                    <a:pt x="3422519" y="2427023"/>
                    <a:pt x="3456340" y="2494665"/>
                  </a:cubicBezTo>
                  <a:cubicBezTo>
                    <a:pt x="3489793" y="2495529"/>
                    <a:pt x="3634173" y="2836688"/>
                    <a:pt x="3637950" y="2843995"/>
                  </a:cubicBezTo>
                  <a:cubicBezTo>
                    <a:pt x="3663762" y="2894632"/>
                    <a:pt x="3686606" y="2945954"/>
                    <a:pt x="3707903" y="2998634"/>
                  </a:cubicBezTo>
                  <a:cubicBezTo>
                    <a:pt x="3711105" y="3006524"/>
                    <a:pt x="3714299" y="3014406"/>
                    <a:pt x="3717594" y="3022530"/>
                  </a:cubicBezTo>
                  <a:cubicBezTo>
                    <a:pt x="3752762" y="3110271"/>
                    <a:pt x="3785457" y="3195587"/>
                    <a:pt x="3786181" y="3291224"/>
                  </a:cubicBezTo>
                  <a:cubicBezTo>
                    <a:pt x="3786388" y="3298029"/>
                    <a:pt x="3786388" y="3298029"/>
                    <a:pt x="3786596" y="3304974"/>
                  </a:cubicBezTo>
                  <a:cubicBezTo>
                    <a:pt x="3786931" y="3348426"/>
                    <a:pt x="3777099" y="3378811"/>
                    <a:pt x="3746834" y="3410516"/>
                  </a:cubicBezTo>
                  <a:cubicBezTo>
                    <a:pt x="3696170" y="3448054"/>
                    <a:pt x="3638051" y="3451303"/>
                    <a:pt x="3576891" y="3445677"/>
                  </a:cubicBezTo>
                  <a:cubicBezTo>
                    <a:pt x="3559880" y="3441866"/>
                    <a:pt x="3543880" y="3436910"/>
                    <a:pt x="3527392" y="3431264"/>
                  </a:cubicBezTo>
                  <a:cubicBezTo>
                    <a:pt x="3507903" y="3424935"/>
                    <a:pt x="3488534" y="3420575"/>
                    <a:pt x="3468476" y="3416376"/>
                  </a:cubicBezTo>
                  <a:cubicBezTo>
                    <a:pt x="3460633" y="3414722"/>
                    <a:pt x="3452784" y="3413061"/>
                    <a:pt x="3444701" y="3411353"/>
                  </a:cubicBezTo>
                  <a:cubicBezTo>
                    <a:pt x="3429063" y="3408112"/>
                    <a:pt x="3413424" y="3404957"/>
                    <a:pt x="3397753" y="3401883"/>
                  </a:cubicBezTo>
                  <a:cubicBezTo>
                    <a:pt x="3377360" y="3397878"/>
                    <a:pt x="3356993" y="3393740"/>
                    <a:pt x="3336627" y="3389587"/>
                  </a:cubicBezTo>
                  <a:cubicBezTo>
                    <a:pt x="3330097" y="3388355"/>
                    <a:pt x="3323567" y="3387116"/>
                    <a:pt x="3316843" y="3385837"/>
                  </a:cubicBezTo>
                  <a:cubicBezTo>
                    <a:pt x="3253541" y="3372777"/>
                    <a:pt x="3201349" y="3343631"/>
                    <a:pt x="3161661" y="3291640"/>
                  </a:cubicBezTo>
                  <a:cubicBezTo>
                    <a:pt x="3085948" y="3164666"/>
                    <a:pt x="3061014" y="3011165"/>
                    <a:pt x="3031901" y="2868038"/>
                  </a:cubicBezTo>
                  <a:cubicBezTo>
                    <a:pt x="3030776" y="2862586"/>
                    <a:pt x="3029658" y="2857128"/>
                    <a:pt x="3028499" y="2851502"/>
                  </a:cubicBezTo>
                  <a:cubicBezTo>
                    <a:pt x="3023456" y="2825939"/>
                    <a:pt x="3019652" y="2802163"/>
                    <a:pt x="3021018" y="2775950"/>
                  </a:cubicBezTo>
                  <a:cubicBezTo>
                    <a:pt x="3012446" y="2776185"/>
                    <a:pt x="2983507" y="2497344"/>
                    <a:pt x="2981812" y="2488758"/>
                  </a:cubicBezTo>
                  <a:cubicBezTo>
                    <a:pt x="2965270" y="2405015"/>
                    <a:pt x="2971633" y="2425918"/>
                    <a:pt x="2958265" y="2385332"/>
                  </a:cubicBezTo>
                  <a:cubicBezTo>
                    <a:pt x="2977258" y="2372634"/>
                    <a:pt x="2664523" y="2286608"/>
                    <a:pt x="2568169" y="2304476"/>
                  </a:cubicBezTo>
                  <a:cubicBezTo>
                    <a:pt x="2557721" y="2306412"/>
                    <a:pt x="2580050" y="2296995"/>
                    <a:pt x="2505496" y="2390864"/>
                  </a:cubicBezTo>
                  <a:cubicBezTo>
                    <a:pt x="2501056" y="2396450"/>
                    <a:pt x="2322480" y="2321755"/>
                    <a:pt x="2317544" y="2316297"/>
                  </a:cubicBezTo>
                  <a:cubicBezTo>
                    <a:pt x="2307451" y="2305132"/>
                    <a:pt x="2307398" y="2299976"/>
                    <a:pt x="2289181" y="2283547"/>
                  </a:cubicBezTo>
                  <a:cubicBezTo>
                    <a:pt x="2282303" y="2277138"/>
                    <a:pt x="2275378" y="2270775"/>
                    <a:pt x="2268413" y="2264447"/>
                  </a:cubicBezTo>
                  <a:cubicBezTo>
                    <a:pt x="2230232" y="2228275"/>
                    <a:pt x="2200309" y="2189384"/>
                    <a:pt x="2170854" y="2145965"/>
                  </a:cubicBezTo>
                  <a:cubicBezTo>
                    <a:pt x="2150749" y="2117308"/>
                    <a:pt x="2132860" y="2103083"/>
                    <a:pt x="2102555" y="2085080"/>
                  </a:cubicBezTo>
                  <a:cubicBezTo>
                    <a:pt x="2037612" y="2046477"/>
                    <a:pt x="1979714" y="2001572"/>
                    <a:pt x="1922667" y="1952187"/>
                  </a:cubicBezTo>
                  <a:cubicBezTo>
                    <a:pt x="1918648" y="1948717"/>
                    <a:pt x="1914630" y="1945241"/>
                    <a:pt x="1910484" y="1941658"/>
                  </a:cubicBezTo>
                  <a:cubicBezTo>
                    <a:pt x="1860141" y="1897684"/>
                    <a:pt x="1815624" y="1851734"/>
                    <a:pt x="1775327" y="1798149"/>
                  </a:cubicBezTo>
                  <a:cubicBezTo>
                    <a:pt x="1772628" y="1794613"/>
                    <a:pt x="1769929" y="1791077"/>
                    <a:pt x="1767143" y="1787434"/>
                  </a:cubicBezTo>
                  <a:cubicBezTo>
                    <a:pt x="1668994" y="1658197"/>
                    <a:pt x="1579184" y="1489325"/>
                    <a:pt x="1587803" y="1322643"/>
                  </a:cubicBezTo>
                  <a:cubicBezTo>
                    <a:pt x="1601781" y="1340706"/>
                    <a:pt x="1613735" y="1359170"/>
                    <a:pt x="1625475" y="1378733"/>
                  </a:cubicBezTo>
                  <a:cubicBezTo>
                    <a:pt x="1656926" y="1426183"/>
                    <a:pt x="1702722" y="1450421"/>
                    <a:pt x="1755235" y="1469983"/>
                  </a:cubicBezTo>
                  <a:cubicBezTo>
                    <a:pt x="1839446" y="1481704"/>
                    <a:pt x="1920008" y="1464244"/>
                    <a:pt x="1989981" y="1415595"/>
                  </a:cubicBezTo>
                  <a:cubicBezTo>
                    <a:pt x="2063657" y="1352614"/>
                    <a:pt x="2083870" y="1285353"/>
                    <a:pt x="2095958" y="1191210"/>
                  </a:cubicBezTo>
                  <a:cubicBezTo>
                    <a:pt x="2106620" y="1120125"/>
                    <a:pt x="2137816" y="1079205"/>
                    <a:pt x="2186345" y="1027783"/>
                  </a:cubicBezTo>
                  <a:cubicBezTo>
                    <a:pt x="2274729" y="927840"/>
                    <a:pt x="2315763" y="803934"/>
                    <a:pt x="2313151" y="670839"/>
                  </a:cubicBezTo>
                  <a:cubicBezTo>
                    <a:pt x="2301886" y="534991"/>
                    <a:pt x="2243010" y="379059"/>
                    <a:pt x="2143676" y="284567"/>
                  </a:cubicBezTo>
                  <a:cubicBezTo>
                    <a:pt x="2143676" y="280147"/>
                    <a:pt x="2143676" y="275727"/>
                    <a:pt x="2143676" y="271173"/>
                  </a:cubicBezTo>
                  <a:cubicBezTo>
                    <a:pt x="2128058" y="263096"/>
                    <a:pt x="2113559" y="256673"/>
                    <a:pt x="2096796" y="251081"/>
                  </a:cubicBezTo>
                  <a:cubicBezTo>
                    <a:pt x="2099582" y="256533"/>
                    <a:pt x="2099582" y="256533"/>
                    <a:pt x="2102421" y="262098"/>
                  </a:cubicBezTo>
                  <a:cubicBezTo>
                    <a:pt x="2104846" y="266887"/>
                    <a:pt x="2107270" y="271682"/>
                    <a:pt x="2109768" y="276618"/>
                  </a:cubicBezTo>
                  <a:cubicBezTo>
                    <a:pt x="2112179" y="281359"/>
                    <a:pt x="2114590" y="286094"/>
                    <a:pt x="2117068" y="290977"/>
                  </a:cubicBezTo>
                  <a:cubicBezTo>
                    <a:pt x="2134354" y="327289"/>
                    <a:pt x="2135954" y="361633"/>
                    <a:pt x="2123163" y="399258"/>
                  </a:cubicBezTo>
                  <a:cubicBezTo>
                    <a:pt x="2071493" y="475935"/>
                    <a:pt x="1968878" y="511430"/>
                    <a:pt x="1882483" y="532366"/>
                  </a:cubicBezTo>
                  <a:cubicBezTo>
                    <a:pt x="1864481" y="535574"/>
                    <a:pt x="1847155" y="537637"/>
                    <a:pt x="1828905" y="539063"/>
                  </a:cubicBezTo>
                  <a:cubicBezTo>
                    <a:pt x="1828168" y="542874"/>
                    <a:pt x="1827438" y="546678"/>
                    <a:pt x="1826681" y="550603"/>
                  </a:cubicBezTo>
                  <a:cubicBezTo>
                    <a:pt x="1814312" y="610825"/>
                    <a:pt x="1798774" y="649763"/>
                    <a:pt x="1748538" y="686403"/>
                  </a:cubicBezTo>
                  <a:cubicBezTo>
                    <a:pt x="1728312" y="698204"/>
                    <a:pt x="1707463" y="708102"/>
                    <a:pt x="1686166" y="717800"/>
                  </a:cubicBezTo>
                  <a:cubicBezTo>
                    <a:pt x="1680875" y="720325"/>
                    <a:pt x="1675578" y="722850"/>
                    <a:pt x="1670119" y="725448"/>
                  </a:cubicBezTo>
                  <a:cubicBezTo>
                    <a:pt x="1632441" y="742988"/>
                    <a:pt x="1594420" y="755974"/>
                    <a:pt x="1554317" y="766770"/>
                  </a:cubicBezTo>
                  <a:cubicBezTo>
                    <a:pt x="1550232" y="768036"/>
                    <a:pt x="1546146" y="769295"/>
                    <a:pt x="1541934" y="770595"/>
                  </a:cubicBezTo>
                  <a:cubicBezTo>
                    <a:pt x="1521279" y="774720"/>
                    <a:pt x="1501281" y="774472"/>
                    <a:pt x="1480225" y="774593"/>
                  </a:cubicBezTo>
                  <a:cubicBezTo>
                    <a:pt x="1475577" y="774626"/>
                    <a:pt x="1470923" y="774653"/>
                    <a:pt x="1466134" y="774680"/>
                  </a:cubicBezTo>
                  <a:cubicBezTo>
                    <a:pt x="1450878" y="774747"/>
                    <a:pt x="1435621" y="774747"/>
                    <a:pt x="1420372" y="774727"/>
                  </a:cubicBezTo>
                  <a:cubicBezTo>
                    <a:pt x="1415108" y="774727"/>
                    <a:pt x="1409850" y="774727"/>
                    <a:pt x="1404425" y="774727"/>
                  </a:cubicBezTo>
                  <a:cubicBezTo>
                    <a:pt x="1320824" y="774633"/>
                    <a:pt x="1238099" y="770782"/>
                    <a:pt x="1154758" y="763924"/>
                  </a:cubicBezTo>
                  <a:cubicBezTo>
                    <a:pt x="1091201" y="758720"/>
                    <a:pt x="1027544" y="755526"/>
                    <a:pt x="963873" y="752150"/>
                  </a:cubicBezTo>
                  <a:cubicBezTo>
                    <a:pt x="953934" y="751621"/>
                    <a:pt x="944002" y="751092"/>
                    <a:pt x="934063" y="750556"/>
                  </a:cubicBezTo>
                  <a:cubicBezTo>
                    <a:pt x="920809" y="749846"/>
                    <a:pt x="907555" y="749150"/>
                    <a:pt x="894301" y="748460"/>
                  </a:cubicBezTo>
                  <a:cubicBezTo>
                    <a:pt x="877384" y="747529"/>
                    <a:pt x="860514" y="746371"/>
                    <a:pt x="843623" y="745045"/>
                  </a:cubicBezTo>
                  <a:cubicBezTo>
                    <a:pt x="786576" y="740591"/>
                    <a:pt x="729924" y="738816"/>
                    <a:pt x="672709" y="738622"/>
                  </a:cubicBezTo>
                  <a:cubicBezTo>
                    <a:pt x="665972" y="738595"/>
                    <a:pt x="665972" y="738595"/>
                    <a:pt x="659100" y="738568"/>
                  </a:cubicBezTo>
                  <a:cubicBezTo>
                    <a:pt x="635271" y="738468"/>
                    <a:pt x="611436" y="738408"/>
                    <a:pt x="587607" y="738374"/>
                  </a:cubicBezTo>
                  <a:cubicBezTo>
                    <a:pt x="568366" y="738347"/>
                    <a:pt x="549131" y="738253"/>
                    <a:pt x="529897" y="738099"/>
                  </a:cubicBezTo>
                  <a:cubicBezTo>
                    <a:pt x="403479" y="737115"/>
                    <a:pt x="280048" y="742553"/>
                    <a:pt x="154588" y="760073"/>
                  </a:cubicBezTo>
                  <a:cubicBezTo>
                    <a:pt x="147650" y="761038"/>
                    <a:pt x="140705" y="762002"/>
                    <a:pt x="133552" y="762993"/>
                  </a:cubicBezTo>
                  <a:cubicBezTo>
                    <a:pt x="66164" y="770950"/>
                    <a:pt x="66164" y="770950"/>
                    <a:pt x="551" y="786862"/>
                  </a:cubicBezTo>
                  <a:cubicBezTo>
                    <a:pt x="14013" y="652870"/>
                    <a:pt x="70196" y="548232"/>
                    <a:pt x="154588" y="445302"/>
                  </a:cubicBezTo>
                  <a:cubicBezTo>
                    <a:pt x="161721" y="436488"/>
                    <a:pt x="161721" y="436488"/>
                    <a:pt x="169001" y="427487"/>
                  </a:cubicBezTo>
                  <a:cubicBezTo>
                    <a:pt x="271382" y="307191"/>
                    <a:pt x="419948" y="225558"/>
                    <a:pt x="563122" y="164017"/>
                  </a:cubicBezTo>
                  <a:cubicBezTo>
                    <a:pt x="567328" y="162175"/>
                    <a:pt x="571533" y="160333"/>
                    <a:pt x="575867" y="158438"/>
                  </a:cubicBezTo>
                  <a:cubicBezTo>
                    <a:pt x="845746" y="42173"/>
                    <a:pt x="1151878" y="15063"/>
                    <a:pt x="1442138" y="14587"/>
                  </a:cubicBezTo>
                  <a:cubicBezTo>
                    <a:pt x="1449371" y="14560"/>
                    <a:pt x="1456604" y="14540"/>
                    <a:pt x="1464058" y="14513"/>
                  </a:cubicBezTo>
                  <a:cubicBezTo>
                    <a:pt x="1564423" y="14333"/>
                    <a:pt x="1665706" y="15598"/>
                    <a:pt x="1764631" y="34411"/>
                  </a:cubicBezTo>
                  <a:cubicBezTo>
                    <a:pt x="1788031" y="37586"/>
                    <a:pt x="1795907" y="29281"/>
                    <a:pt x="1815510" y="16677"/>
                  </a:cubicBezTo>
                  <a:cubicBezTo>
                    <a:pt x="1966447" y="-28275"/>
                    <a:pt x="2132338" y="24566"/>
                    <a:pt x="2259439" y="109996"/>
                  </a:cubicBezTo>
                  <a:close/>
                </a:path>
              </a:pathLst>
            </a:custGeom>
            <a:solidFill>
              <a:srgbClr val="010101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69E3EB6-9F1D-5241-129C-244B9AF7720A}"/>
                </a:ext>
              </a:extLst>
            </p:cNvPr>
            <p:cNvSpPr/>
            <p:nvPr/>
          </p:nvSpPr>
          <p:spPr>
            <a:xfrm>
              <a:off x="10510208" y="5151109"/>
              <a:ext cx="1681791" cy="440675"/>
            </a:xfrm>
            <a:custGeom>
              <a:avLst/>
              <a:gdLst>
                <a:gd name="csX0" fmla="*/ 555873 w 3763843"/>
                <a:gd name="csY0" fmla="*/ 0 h 971103"/>
                <a:gd name="csX1" fmla="*/ 726365 w 3763843"/>
                <a:gd name="csY1" fmla="*/ 133657 h 971103"/>
                <a:gd name="csX2" fmla="*/ 794041 w 3763843"/>
                <a:gd name="csY2" fmla="*/ 191294 h 971103"/>
                <a:gd name="csX3" fmla="*/ 804857 w 3763843"/>
                <a:gd name="csY3" fmla="*/ 200436 h 971103"/>
                <a:gd name="csX4" fmla="*/ 837158 w 3763843"/>
                <a:gd name="csY4" fmla="*/ 227707 h 971103"/>
                <a:gd name="csX5" fmla="*/ 1006157 w 3763843"/>
                <a:gd name="csY5" fmla="*/ 371591 h 971103"/>
                <a:gd name="csX6" fmla="*/ 1041452 w 3763843"/>
                <a:gd name="csY6" fmla="*/ 401863 h 971103"/>
                <a:gd name="csX7" fmla="*/ 1052482 w 3763843"/>
                <a:gd name="csY7" fmla="*/ 411352 h 971103"/>
                <a:gd name="csX8" fmla="*/ 1076077 w 3763843"/>
                <a:gd name="csY8" fmla="*/ 431197 h 971103"/>
                <a:gd name="csX9" fmla="*/ 1130037 w 3763843"/>
                <a:gd name="csY9" fmla="*/ 483335 h 971103"/>
                <a:gd name="csX10" fmla="*/ 1271630 w 3763843"/>
                <a:gd name="csY10" fmla="*/ 551305 h 971103"/>
                <a:gd name="csX11" fmla="*/ 1372732 w 3763843"/>
                <a:gd name="csY11" fmla="*/ 551118 h 971103"/>
                <a:gd name="csX12" fmla="*/ 1451418 w 3763843"/>
                <a:gd name="csY12" fmla="*/ 550522 h 971103"/>
                <a:gd name="csX13" fmla="*/ 1501842 w 3763843"/>
                <a:gd name="csY13" fmla="*/ 549885 h 971103"/>
                <a:gd name="csX14" fmla="*/ 1525416 w 3763843"/>
                <a:gd name="csY14" fmla="*/ 549852 h 971103"/>
                <a:gd name="csX15" fmla="*/ 2464574 w 3763843"/>
                <a:gd name="csY15" fmla="*/ 575965 h 971103"/>
                <a:gd name="csX16" fmla="*/ 2642185 w 3763843"/>
                <a:gd name="csY16" fmla="*/ 575730 h 971103"/>
                <a:gd name="csX17" fmla="*/ 2944902 w 3763843"/>
                <a:gd name="csY17" fmla="*/ 582957 h 971103"/>
                <a:gd name="csX18" fmla="*/ 3222637 w 3763843"/>
                <a:gd name="csY18" fmla="*/ 590177 h 971103"/>
                <a:gd name="csX19" fmla="*/ 3356984 w 3763843"/>
                <a:gd name="csY19" fmla="*/ 593666 h 971103"/>
                <a:gd name="csX20" fmla="*/ 3486710 w 3763843"/>
                <a:gd name="csY20" fmla="*/ 597054 h 971103"/>
                <a:gd name="csX21" fmla="*/ 3536070 w 3763843"/>
                <a:gd name="csY21" fmla="*/ 598327 h 971103"/>
                <a:gd name="csX22" fmla="*/ 3605520 w 3763843"/>
                <a:gd name="csY22" fmla="*/ 600148 h 971103"/>
                <a:gd name="csX23" fmla="*/ 3625880 w 3763843"/>
                <a:gd name="csY23" fmla="*/ 600644 h 971103"/>
                <a:gd name="csX24" fmla="*/ 3763843 w 3763843"/>
                <a:gd name="csY24" fmla="*/ 609451 h 971103"/>
                <a:gd name="csX25" fmla="*/ 3763843 w 3763843"/>
                <a:gd name="csY25" fmla="*/ 971104 h 971103"/>
                <a:gd name="csX26" fmla="*/ 3661777 w 3763843"/>
                <a:gd name="csY26" fmla="*/ 968753 h 971103"/>
                <a:gd name="csX27" fmla="*/ 3643561 w 3763843"/>
                <a:gd name="csY27" fmla="*/ 967192 h 971103"/>
                <a:gd name="csX28" fmla="*/ 3624607 w 3763843"/>
                <a:gd name="csY28" fmla="*/ 965478 h 971103"/>
                <a:gd name="csX29" fmla="*/ 3604515 w 3763843"/>
                <a:gd name="csY29" fmla="*/ 963730 h 971103"/>
                <a:gd name="csX30" fmla="*/ 3562792 w 3763843"/>
                <a:gd name="csY30" fmla="*/ 960026 h 971103"/>
                <a:gd name="csX31" fmla="*/ 3499168 w 3763843"/>
                <a:gd name="csY31" fmla="*/ 954427 h 971103"/>
                <a:gd name="csX32" fmla="*/ 3458448 w 3763843"/>
                <a:gd name="csY32" fmla="*/ 950831 h 971103"/>
                <a:gd name="csX33" fmla="*/ 3439361 w 3763843"/>
                <a:gd name="csY33" fmla="*/ 949156 h 971103"/>
                <a:gd name="csX34" fmla="*/ 3341915 w 3763843"/>
                <a:gd name="csY34" fmla="*/ 937617 h 971103"/>
                <a:gd name="csX35" fmla="*/ 3311577 w 3763843"/>
                <a:gd name="csY35" fmla="*/ 935969 h 971103"/>
                <a:gd name="csX36" fmla="*/ 3295236 w 3763843"/>
                <a:gd name="csY36" fmla="*/ 935326 h 971103"/>
                <a:gd name="csX37" fmla="*/ 3278291 w 3763843"/>
                <a:gd name="csY37" fmla="*/ 934690 h 971103"/>
                <a:gd name="csX38" fmla="*/ 3107511 w 3763843"/>
                <a:gd name="csY38" fmla="*/ 917525 h 971103"/>
                <a:gd name="csX39" fmla="*/ 2801560 w 3763843"/>
                <a:gd name="csY39" fmla="*/ 898806 h 971103"/>
                <a:gd name="csX40" fmla="*/ 2216775 w 3763843"/>
                <a:gd name="csY40" fmla="*/ 850553 h 971103"/>
                <a:gd name="csX41" fmla="*/ 2114642 w 3763843"/>
                <a:gd name="csY41" fmla="*/ 839670 h 971103"/>
                <a:gd name="csX42" fmla="*/ 2092809 w 3763843"/>
                <a:gd name="csY42" fmla="*/ 838156 h 971103"/>
                <a:gd name="csX43" fmla="*/ 1999784 w 3763843"/>
                <a:gd name="csY43" fmla="*/ 831693 h 971103"/>
                <a:gd name="csX44" fmla="*/ 1977281 w 3763843"/>
                <a:gd name="csY44" fmla="*/ 829175 h 971103"/>
                <a:gd name="csX45" fmla="*/ 1953103 w 3763843"/>
                <a:gd name="csY45" fmla="*/ 826697 h 971103"/>
                <a:gd name="csX46" fmla="*/ 1928592 w 3763843"/>
                <a:gd name="csY46" fmla="*/ 824072 h 971103"/>
                <a:gd name="csX47" fmla="*/ 1622794 w 3763843"/>
                <a:gd name="csY47" fmla="*/ 799486 h 971103"/>
                <a:gd name="csX48" fmla="*/ 992414 w 3763843"/>
                <a:gd name="csY48" fmla="*/ 749196 h 971103"/>
                <a:gd name="csX49" fmla="*/ 865695 w 3763843"/>
                <a:gd name="csY49" fmla="*/ 739150 h 971103"/>
                <a:gd name="csX50" fmla="*/ 648228 w 3763843"/>
                <a:gd name="csY50" fmla="*/ 721845 h 971103"/>
                <a:gd name="csX51" fmla="*/ 523512 w 3763843"/>
                <a:gd name="csY51" fmla="*/ 711919 h 971103"/>
                <a:gd name="csX52" fmla="*/ 453606 w 3763843"/>
                <a:gd name="csY52" fmla="*/ 706340 h 971103"/>
                <a:gd name="csX53" fmla="*/ 422283 w 3763843"/>
                <a:gd name="csY53" fmla="*/ 703856 h 971103"/>
                <a:gd name="csX54" fmla="*/ 380137 w 3763843"/>
                <a:gd name="csY54" fmla="*/ 700494 h 971103"/>
                <a:gd name="csX55" fmla="*/ 356830 w 3763843"/>
                <a:gd name="csY55" fmla="*/ 698638 h 971103"/>
                <a:gd name="csX56" fmla="*/ 287982 w 3763843"/>
                <a:gd name="csY56" fmla="*/ 689818 h 971103"/>
                <a:gd name="csX57" fmla="*/ 256224 w 3763843"/>
                <a:gd name="csY57" fmla="*/ 687213 h 971103"/>
                <a:gd name="csX58" fmla="*/ 238764 w 3763843"/>
                <a:gd name="csY58" fmla="*/ 686001 h 971103"/>
                <a:gd name="csX59" fmla="*/ 220407 w 3763843"/>
                <a:gd name="csY59" fmla="*/ 684768 h 971103"/>
                <a:gd name="csX60" fmla="*/ 201239 w 3763843"/>
                <a:gd name="csY60" fmla="*/ 683449 h 971103"/>
                <a:gd name="csX61" fmla="*/ 141058 w 3763843"/>
                <a:gd name="csY61" fmla="*/ 679357 h 971103"/>
                <a:gd name="csX62" fmla="*/ 100077 w 3763843"/>
                <a:gd name="csY62" fmla="*/ 676544 h 971103"/>
                <a:gd name="csX63" fmla="*/ 0 w 3763843"/>
                <a:gd name="csY63" fmla="*/ 669727 h 971103"/>
                <a:gd name="csX64" fmla="*/ 0 w 3763843"/>
                <a:gd name="csY64" fmla="*/ 529084 h 971103"/>
                <a:gd name="csX65" fmla="*/ 361117 w 3763843"/>
                <a:gd name="csY65" fmla="*/ 531950 h 971103"/>
                <a:gd name="csX66" fmla="*/ 937617 w 3763843"/>
                <a:gd name="csY66" fmla="*/ 535781 h 971103"/>
                <a:gd name="csX67" fmla="*/ 927545 w 3763843"/>
                <a:gd name="csY67" fmla="*/ 525950 h 971103"/>
                <a:gd name="csX68" fmla="*/ 913755 w 3763843"/>
                <a:gd name="csY68" fmla="*/ 512341 h 971103"/>
                <a:gd name="csX69" fmla="*/ 900334 w 3763843"/>
                <a:gd name="csY69" fmla="*/ 499160 h 971103"/>
                <a:gd name="csX70" fmla="*/ 862842 w 3763843"/>
                <a:gd name="csY70" fmla="*/ 457691 h 971103"/>
                <a:gd name="csX71" fmla="*/ 771465 w 3763843"/>
                <a:gd name="csY71" fmla="*/ 362047 h 971103"/>
                <a:gd name="csX72" fmla="*/ 752679 w 3763843"/>
                <a:gd name="csY72" fmla="*/ 343241 h 971103"/>
                <a:gd name="csX73" fmla="*/ 713527 w 3763843"/>
                <a:gd name="csY73" fmla="*/ 304123 h 971103"/>
                <a:gd name="csX74" fmla="*/ 663793 w 3763843"/>
                <a:gd name="csY74" fmla="*/ 254362 h 971103"/>
                <a:gd name="csX75" fmla="*/ 615753 w 3763843"/>
                <a:gd name="csY75" fmla="*/ 206336 h 971103"/>
                <a:gd name="csX76" fmla="*/ 597952 w 3763843"/>
                <a:gd name="csY76" fmla="*/ 188488 h 971103"/>
                <a:gd name="csX77" fmla="*/ 506287 w 3763843"/>
                <a:gd name="csY77" fmla="*/ 104323 h 971103"/>
                <a:gd name="csX78" fmla="*/ 482203 w 3763843"/>
                <a:gd name="csY78" fmla="*/ 66973 h 971103"/>
                <a:gd name="csX79" fmla="*/ 496616 w 3763843"/>
                <a:gd name="csY79" fmla="*/ 54027 h 971103"/>
                <a:gd name="csX80" fmla="*/ 515268 w 3763843"/>
                <a:gd name="csY80" fmla="*/ 37257 h 971103"/>
                <a:gd name="csX81" fmla="*/ 533873 w 3763843"/>
                <a:gd name="csY81" fmla="*/ 20540 h 971103"/>
                <a:gd name="csX82" fmla="*/ 555873 w 3763843"/>
                <a:gd name="csY82" fmla="*/ 0 h 9711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</a:cxnLst>
              <a:rect l="l" t="t" r="r" b="b"/>
              <a:pathLst>
                <a:path w="3763843" h="971103">
                  <a:moveTo>
                    <a:pt x="555873" y="0"/>
                  </a:moveTo>
                  <a:cubicBezTo>
                    <a:pt x="619403" y="28403"/>
                    <a:pt x="673765" y="88391"/>
                    <a:pt x="726365" y="133657"/>
                  </a:cubicBezTo>
                  <a:cubicBezTo>
                    <a:pt x="748828" y="152985"/>
                    <a:pt x="771411" y="172166"/>
                    <a:pt x="794041" y="191294"/>
                  </a:cubicBezTo>
                  <a:cubicBezTo>
                    <a:pt x="797611" y="194308"/>
                    <a:pt x="801180" y="197328"/>
                    <a:pt x="804857" y="200436"/>
                  </a:cubicBezTo>
                  <a:cubicBezTo>
                    <a:pt x="815620" y="209531"/>
                    <a:pt x="826389" y="218619"/>
                    <a:pt x="837158" y="227707"/>
                  </a:cubicBezTo>
                  <a:cubicBezTo>
                    <a:pt x="893690" y="275439"/>
                    <a:pt x="950020" y="323391"/>
                    <a:pt x="1006157" y="371591"/>
                  </a:cubicBezTo>
                  <a:cubicBezTo>
                    <a:pt x="1017917" y="381691"/>
                    <a:pt x="1029678" y="391777"/>
                    <a:pt x="1041452" y="401863"/>
                  </a:cubicBezTo>
                  <a:cubicBezTo>
                    <a:pt x="1045088" y="404997"/>
                    <a:pt x="1048732" y="408131"/>
                    <a:pt x="1052482" y="411352"/>
                  </a:cubicBezTo>
                  <a:cubicBezTo>
                    <a:pt x="1060298" y="418030"/>
                    <a:pt x="1068154" y="424647"/>
                    <a:pt x="1076077" y="431197"/>
                  </a:cubicBezTo>
                  <a:cubicBezTo>
                    <a:pt x="1095686" y="447538"/>
                    <a:pt x="1113655" y="463725"/>
                    <a:pt x="1130037" y="483335"/>
                  </a:cubicBezTo>
                  <a:cubicBezTo>
                    <a:pt x="1171533" y="530075"/>
                    <a:pt x="1209044" y="547086"/>
                    <a:pt x="1271630" y="551305"/>
                  </a:cubicBezTo>
                  <a:cubicBezTo>
                    <a:pt x="1305384" y="552223"/>
                    <a:pt x="1338985" y="552049"/>
                    <a:pt x="1372732" y="551118"/>
                  </a:cubicBezTo>
                  <a:cubicBezTo>
                    <a:pt x="1398985" y="550428"/>
                    <a:pt x="1425165" y="550428"/>
                    <a:pt x="1451418" y="550522"/>
                  </a:cubicBezTo>
                  <a:cubicBezTo>
                    <a:pt x="1468215" y="550354"/>
                    <a:pt x="1485011" y="550140"/>
                    <a:pt x="1501842" y="549885"/>
                  </a:cubicBezTo>
                  <a:cubicBezTo>
                    <a:pt x="1509611" y="549872"/>
                    <a:pt x="1517379" y="549865"/>
                    <a:pt x="1525416" y="549852"/>
                  </a:cubicBezTo>
                  <a:cubicBezTo>
                    <a:pt x="1579865" y="547957"/>
                    <a:pt x="2462297" y="537254"/>
                    <a:pt x="2464574" y="575965"/>
                  </a:cubicBezTo>
                  <a:cubicBezTo>
                    <a:pt x="2515406" y="575965"/>
                    <a:pt x="2633680" y="575851"/>
                    <a:pt x="2642185" y="575730"/>
                  </a:cubicBezTo>
                  <a:cubicBezTo>
                    <a:pt x="2734876" y="575054"/>
                    <a:pt x="2939075" y="582809"/>
                    <a:pt x="2944902" y="582957"/>
                  </a:cubicBezTo>
                  <a:cubicBezTo>
                    <a:pt x="3037458" y="585341"/>
                    <a:pt x="3130081" y="587745"/>
                    <a:pt x="3222637" y="590177"/>
                  </a:cubicBezTo>
                  <a:cubicBezTo>
                    <a:pt x="3267375" y="591355"/>
                    <a:pt x="3312180" y="592520"/>
                    <a:pt x="3356984" y="593666"/>
                  </a:cubicBezTo>
                  <a:cubicBezTo>
                    <a:pt x="3400182" y="594777"/>
                    <a:pt x="3443446" y="595909"/>
                    <a:pt x="3486710" y="597054"/>
                  </a:cubicBezTo>
                  <a:cubicBezTo>
                    <a:pt x="3503186" y="597483"/>
                    <a:pt x="3519594" y="597912"/>
                    <a:pt x="3536070" y="598327"/>
                  </a:cubicBezTo>
                  <a:cubicBezTo>
                    <a:pt x="3559242" y="598916"/>
                    <a:pt x="3582347" y="599526"/>
                    <a:pt x="3605520" y="600148"/>
                  </a:cubicBezTo>
                  <a:cubicBezTo>
                    <a:pt x="3615566" y="600397"/>
                    <a:pt x="3615566" y="600397"/>
                    <a:pt x="3625880" y="600644"/>
                  </a:cubicBezTo>
                  <a:cubicBezTo>
                    <a:pt x="3672225" y="601937"/>
                    <a:pt x="3717498" y="605587"/>
                    <a:pt x="3763843" y="609451"/>
                  </a:cubicBezTo>
                  <a:cubicBezTo>
                    <a:pt x="3763843" y="728797"/>
                    <a:pt x="3763843" y="848141"/>
                    <a:pt x="3763843" y="971104"/>
                  </a:cubicBezTo>
                  <a:cubicBezTo>
                    <a:pt x="3688499" y="971104"/>
                    <a:pt x="3688499" y="971104"/>
                    <a:pt x="3661777" y="968753"/>
                  </a:cubicBezTo>
                  <a:cubicBezTo>
                    <a:pt x="3655750" y="968237"/>
                    <a:pt x="3649722" y="967721"/>
                    <a:pt x="3643561" y="967192"/>
                  </a:cubicBezTo>
                  <a:cubicBezTo>
                    <a:pt x="3634184" y="966348"/>
                    <a:pt x="3634184" y="966348"/>
                    <a:pt x="3624607" y="965478"/>
                  </a:cubicBezTo>
                  <a:cubicBezTo>
                    <a:pt x="3617977" y="964902"/>
                    <a:pt x="3611347" y="964326"/>
                    <a:pt x="3604515" y="963730"/>
                  </a:cubicBezTo>
                  <a:cubicBezTo>
                    <a:pt x="3590585" y="962511"/>
                    <a:pt x="3576722" y="961272"/>
                    <a:pt x="3562792" y="960026"/>
                  </a:cubicBezTo>
                  <a:cubicBezTo>
                    <a:pt x="3541561" y="958131"/>
                    <a:pt x="3520398" y="956276"/>
                    <a:pt x="3499168" y="954427"/>
                  </a:cubicBezTo>
                  <a:cubicBezTo>
                    <a:pt x="3485572" y="953229"/>
                    <a:pt x="3472044" y="952030"/>
                    <a:pt x="3458448" y="950831"/>
                  </a:cubicBezTo>
                  <a:cubicBezTo>
                    <a:pt x="3452153" y="950282"/>
                    <a:pt x="3445857" y="949726"/>
                    <a:pt x="3439361" y="949156"/>
                  </a:cubicBezTo>
                  <a:cubicBezTo>
                    <a:pt x="3406745" y="946216"/>
                    <a:pt x="3374397" y="942332"/>
                    <a:pt x="3341915" y="937617"/>
                  </a:cubicBezTo>
                  <a:cubicBezTo>
                    <a:pt x="3331803" y="936887"/>
                    <a:pt x="3321690" y="936311"/>
                    <a:pt x="3311577" y="935969"/>
                  </a:cubicBezTo>
                  <a:cubicBezTo>
                    <a:pt x="3306219" y="935762"/>
                    <a:pt x="3300795" y="935548"/>
                    <a:pt x="3295236" y="935326"/>
                  </a:cubicBezTo>
                  <a:cubicBezTo>
                    <a:pt x="3286864" y="935012"/>
                    <a:pt x="3286864" y="935012"/>
                    <a:pt x="3278291" y="934690"/>
                  </a:cubicBezTo>
                  <a:cubicBezTo>
                    <a:pt x="3220695" y="932212"/>
                    <a:pt x="3164572" y="926158"/>
                    <a:pt x="3107511" y="917525"/>
                  </a:cubicBezTo>
                  <a:cubicBezTo>
                    <a:pt x="3111262" y="924685"/>
                    <a:pt x="2808324" y="900086"/>
                    <a:pt x="2801560" y="898806"/>
                  </a:cubicBezTo>
                  <a:cubicBezTo>
                    <a:pt x="2738271" y="885740"/>
                    <a:pt x="2304844" y="858134"/>
                    <a:pt x="2216775" y="850553"/>
                  </a:cubicBezTo>
                  <a:cubicBezTo>
                    <a:pt x="2216775" y="854973"/>
                    <a:pt x="2135537" y="841029"/>
                    <a:pt x="2114642" y="839670"/>
                  </a:cubicBezTo>
                  <a:cubicBezTo>
                    <a:pt x="2107476" y="839174"/>
                    <a:pt x="2100243" y="838672"/>
                    <a:pt x="2092809" y="838156"/>
                  </a:cubicBezTo>
                  <a:cubicBezTo>
                    <a:pt x="2084571" y="837661"/>
                    <a:pt x="2019339" y="833521"/>
                    <a:pt x="1999784" y="831693"/>
                  </a:cubicBezTo>
                  <a:cubicBezTo>
                    <a:pt x="1992350" y="830863"/>
                    <a:pt x="1984915" y="830032"/>
                    <a:pt x="1977281" y="829175"/>
                  </a:cubicBezTo>
                  <a:cubicBezTo>
                    <a:pt x="1969311" y="828358"/>
                    <a:pt x="1961274" y="827541"/>
                    <a:pt x="1953103" y="826697"/>
                  </a:cubicBezTo>
                  <a:cubicBezTo>
                    <a:pt x="1945000" y="825826"/>
                    <a:pt x="1936896" y="824962"/>
                    <a:pt x="1928592" y="824072"/>
                  </a:cubicBezTo>
                  <a:cubicBezTo>
                    <a:pt x="1859543" y="816939"/>
                    <a:pt x="1642551" y="800611"/>
                    <a:pt x="1622794" y="799486"/>
                  </a:cubicBezTo>
                  <a:cubicBezTo>
                    <a:pt x="1616164" y="798990"/>
                    <a:pt x="1175109" y="763750"/>
                    <a:pt x="992414" y="749196"/>
                  </a:cubicBezTo>
                  <a:cubicBezTo>
                    <a:pt x="950175" y="745834"/>
                    <a:pt x="907935" y="742492"/>
                    <a:pt x="865695" y="739150"/>
                  </a:cubicBezTo>
                  <a:cubicBezTo>
                    <a:pt x="793204" y="733404"/>
                    <a:pt x="720720" y="727638"/>
                    <a:pt x="648228" y="721845"/>
                  </a:cubicBezTo>
                  <a:cubicBezTo>
                    <a:pt x="606658" y="718523"/>
                    <a:pt x="565082" y="715214"/>
                    <a:pt x="523512" y="711919"/>
                  </a:cubicBezTo>
                  <a:cubicBezTo>
                    <a:pt x="500206" y="710071"/>
                    <a:pt x="476906" y="708209"/>
                    <a:pt x="453606" y="706340"/>
                  </a:cubicBezTo>
                  <a:cubicBezTo>
                    <a:pt x="443165" y="705510"/>
                    <a:pt x="432724" y="704680"/>
                    <a:pt x="422283" y="703856"/>
                  </a:cubicBezTo>
                  <a:cubicBezTo>
                    <a:pt x="408232" y="702751"/>
                    <a:pt x="394181" y="701626"/>
                    <a:pt x="380137" y="700494"/>
                  </a:cubicBezTo>
                  <a:cubicBezTo>
                    <a:pt x="368604" y="699576"/>
                    <a:pt x="368604" y="699576"/>
                    <a:pt x="356830" y="698638"/>
                  </a:cubicBezTo>
                  <a:cubicBezTo>
                    <a:pt x="333752" y="696409"/>
                    <a:pt x="310927" y="693134"/>
                    <a:pt x="287982" y="689818"/>
                  </a:cubicBezTo>
                  <a:cubicBezTo>
                    <a:pt x="277407" y="688821"/>
                    <a:pt x="266819" y="687936"/>
                    <a:pt x="256224" y="687213"/>
                  </a:cubicBezTo>
                  <a:cubicBezTo>
                    <a:pt x="247578" y="686610"/>
                    <a:pt x="247578" y="686610"/>
                    <a:pt x="238764" y="686001"/>
                  </a:cubicBezTo>
                  <a:cubicBezTo>
                    <a:pt x="232703" y="685592"/>
                    <a:pt x="226649" y="685190"/>
                    <a:pt x="220407" y="684768"/>
                  </a:cubicBezTo>
                  <a:cubicBezTo>
                    <a:pt x="214078" y="684333"/>
                    <a:pt x="207756" y="683898"/>
                    <a:pt x="201239" y="683449"/>
                  </a:cubicBezTo>
                  <a:cubicBezTo>
                    <a:pt x="181181" y="682069"/>
                    <a:pt x="161116" y="680710"/>
                    <a:pt x="141058" y="679357"/>
                  </a:cubicBezTo>
                  <a:cubicBezTo>
                    <a:pt x="127395" y="678419"/>
                    <a:pt x="113740" y="677482"/>
                    <a:pt x="100077" y="676544"/>
                  </a:cubicBezTo>
                  <a:cubicBezTo>
                    <a:pt x="66718" y="674254"/>
                    <a:pt x="33359" y="671990"/>
                    <a:pt x="0" y="669727"/>
                  </a:cubicBezTo>
                  <a:cubicBezTo>
                    <a:pt x="0" y="623315"/>
                    <a:pt x="0" y="576902"/>
                    <a:pt x="0" y="529084"/>
                  </a:cubicBezTo>
                  <a:cubicBezTo>
                    <a:pt x="120403" y="528622"/>
                    <a:pt x="240733" y="529881"/>
                    <a:pt x="361117" y="531950"/>
                  </a:cubicBezTo>
                  <a:cubicBezTo>
                    <a:pt x="553295" y="535232"/>
                    <a:pt x="745406" y="536719"/>
                    <a:pt x="937617" y="535781"/>
                  </a:cubicBezTo>
                  <a:cubicBezTo>
                    <a:pt x="934289" y="532540"/>
                    <a:pt x="930967" y="529292"/>
                    <a:pt x="927545" y="525950"/>
                  </a:cubicBezTo>
                  <a:cubicBezTo>
                    <a:pt x="922990" y="521456"/>
                    <a:pt x="918443" y="516969"/>
                    <a:pt x="913755" y="512341"/>
                  </a:cubicBezTo>
                  <a:cubicBezTo>
                    <a:pt x="909328" y="507994"/>
                    <a:pt x="904901" y="503641"/>
                    <a:pt x="900334" y="499160"/>
                  </a:cubicBezTo>
                  <a:cubicBezTo>
                    <a:pt x="887327" y="485625"/>
                    <a:pt x="875072" y="471916"/>
                    <a:pt x="862842" y="457691"/>
                  </a:cubicBezTo>
                  <a:cubicBezTo>
                    <a:pt x="833857" y="424339"/>
                    <a:pt x="802741" y="393250"/>
                    <a:pt x="771465" y="362047"/>
                  </a:cubicBezTo>
                  <a:cubicBezTo>
                    <a:pt x="765270" y="355839"/>
                    <a:pt x="759068" y="349637"/>
                    <a:pt x="752679" y="343241"/>
                  </a:cubicBezTo>
                  <a:cubicBezTo>
                    <a:pt x="739639" y="330189"/>
                    <a:pt x="726586" y="317149"/>
                    <a:pt x="713527" y="304123"/>
                  </a:cubicBezTo>
                  <a:cubicBezTo>
                    <a:pt x="696924" y="287561"/>
                    <a:pt x="680355" y="270965"/>
                    <a:pt x="663793" y="254362"/>
                  </a:cubicBezTo>
                  <a:cubicBezTo>
                    <a:pt x="647793" y="238335"/>
                    <a:pt x="631773" y="222336"/>
                    <a:pt x="615753" y="206336"/>
                  </a:cubicBezTo>
                  <a:cubicBezTo>
                    <a:pt x="609880" y="200449"/>
                    <a:pt x="604000" y="194555"/>
                    <a:pt x="597952" y="188488"/>
                  </a:cubicBezTo>
                  <a:cubicBezTo>
                    <a:pt x="568397" y="159047"/>
                    <a:pt x="538594" y="130744"/>
                    <a:pt x="506287" y="104323"/>
                  </a:cubicBezTo>
                  <a:cubicBezTo>
                    <a:pt x="494606" y="92790"/>
                    <a:pt x="488686" y="81954"/>
                    <a:pt x="482203" y="66973"/>
                  </a:cubicBezTo>
                  <a:cubicBezTo>
                    <a:pt x="486958" y="62700"/>
                    <a:pt x="491713" y="58427"/>
                    <a:pt x="496616" y="54027"/>
                  </a:cubicBezTo>
                  <a:cubicBezTo>
                    <a:pt x="505851" y="45722"/>
                    <a:pt x="505851" y="45722"/>
                    <a:pt x="515268" y="37257"/>
                  </a:cubicBezTo>
                  <a:cubicBezTo>
                    <a:pt x="521409" y="31738"/>
                    <a:pt x="527544" y="26220"/>
                    <a:pt x="533873" y="20540"/>
                  </a:cubicBezTo>
                  <a:cubicBezTo>
                    <a:pt x="545044" y="10454"/>
                    <a:pt x="545044" y="10454"/>
                    <a:pt x="555873" y="0"/>
                  </a:cubicBezTo>
                  <a:close/>
                </a:path>
              </a:pathLst>
            </a:custGeom>
            <a:solidFill>
              <a:srgbClr val="844F2F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4F95450-46C8-E197-D1BD-E39E72D9577F}"/>
                </a:ext>
              </a:extLst>
            </p:cNvPr>
            <p:cNvSpPr/>
            <p:nvPr/>
          </p:nvSpPr>
          <p:spPr>
            <a:xfrm>
              <a:off x="10209228" y="4305079"/>
              <a:ext cx="799004" cy="350486"/>
            </a:xfrm>
            <a:custGeom>
              <a:avLst/>
              <a:gdLst>
                <a:gd name="csX0" fmla="*/ 1442016 w 1788169"/>
                <a:gd name="csY0" fmla="*/ 345 h 772357"/>
                <a:gd name="csX1" fmla="*/ 1463937 w 1788169"/>
                <a:gd name="csY1" fmla="*/ 270 h 772357"/>
                <a:gd name="csX2" fmla="*/ 1741718 w 1788169"/>
                <a:gd name="csY2" fmla="*/ 15832 h 772357"/>
                <a:gd name="csX3" fmla="*/ 1728324 w 1788169"/>
                <a:gd name="csY3" fmla="*/ 22529 h 772357"/>
                <a:gd name="csX4" fmla="*/ 1727220 w 1788169"/>
                <a:gd name="csY4" fmla="*/ 125376 h 772357"/>
                <a:gd name="csX5" fmla="*/ 1726808 w 1788169"/>
                <a:gd name="csY5" fmla="*/ 160209 h 772357"/>
                <a:gd name="csX6" fmla="*/ 1765996 w 1788169"/>
                <a:gd name="csY6" fmla="*/ 442783 h 772357"/>
                <a:gd name="csX7" fmla="*/ 1788599 w 1788169"/>
                <a:gd name="csY7" fmla="*/ 518127 h 772357"/>
                <a:gd name="csX8" fmla="*/ 1771908 w 1788169"/>
                <a:gd name="csY8" fmla="*/ 519644 h 772357"/>
                <a:gd name="csX9" fmla="*/ 1545155 w 1788169"/>
                <a:gd name="csY9" fmla="*/ 661190 h 772357"/>
                <a:gd name="csX10" fmla="*/ 1517229 w 1788169"/>
                <a:gd name="csY10" fmla="*/ 697802 h 772357"/>
                <a:gd name="csX11" fmla="*/ 1473828 w 1788169"/>
                <a:gd name="csY11" fmla="*/ 745834 h 772357"/>
                <a:gd name="csX12" fmla="*/ 1527406 w 1788169"/>
                <a:gd name="csY12" fmla="*/ 752531 h 772357"/>
                <a:gd name="csX13" fmla="*/ 1527406 w 1788169"/>
                <a:gd name="csY13" fmla="*/ 759229 h 772357"/>
                <a:gd name="csX14" fmla="*/ 1154635 w 1788169"/>
                <a:gd name="csY14" fmla="*/ 749680 h 772357"/>
                <a:gd name="csX15" fmla="*/ 963748 w 1788169"/>
                <a:gd name="csY15" fmla="*/ 737906 h 772357"/>
                <a:gd name="csX16" fmla="*/ 933943 w 1788169"/>
                <a:gd name="csY16" fmla="*/ 736316 h 772357"/>
                <a:gd name="csX17" fmla="*/ 894177 w 1788169"/>
                <a:gd name="csY17" fmla="*/ 734217 h 772357"/>
                <a:gd name="csX18" fmla="*/ 843506 w 1788169"/>
                <a:gd name="csY18" fmla="*/ 730802 h 772357"/>
                <a:gd name="csX19" fmla="*/ 672589 w 1788169"/>
                <a:gd name="csY19" fmla="*/ 724382 h 772357"/>
                <a:gd name="csX20" fmla="*/ 658980 w 1788169"/>
                <a:gd name="csY20" fmla="*/ 724325 h 772357"/>
                <a:gd name="csX21" fmla="*/ 587485 w 1788169"/>
                <a:gd name="csY21" fmla="*/ 724133 h 772357"/>
                <a:gd name="csX22" fmla="*/ 529773 w 1788169"/>
                <a:gd name="csY22" fmla="*/ 723859 h 772357"/>
                <a:gd name="csX23" fmla="*/ 154466 w 1788169"/>
                <a:gd name="csY23" fmla="*/ 745834 h 772357"/>
                <a:gd name="csX24" fmla="*/ 133435 w 1788169"/>
                <a:gd name="csY24" fmla="*/ 748755 h 772357"/>
                <a:gd name="csX25" fmla="*/ 429 w 1788169"/>
                <a:gd name="csY25" fmla="*/ 772623 h 772357"/>
                <a:gd name="csX26" fmla="*/ 154466 w 1788169"/>
                <a:gd name="csY26" fmla="*/ 431063 h 772357"/>
                <a:gd name="csX27" fmla="*/ 168881 w 1788169"/>
                <a:gd name="csY27" fmla="*/ 413247 h 772357"/>
                <a:gd name="csX28" fmla="*/ 563000 w 1788169"/>
                <a:gd name="csY28" fmla="*/ 149778 h 772357"/>
                <a:gd name="csX29" fmla="*/ 575747 w 1788169"/>
                <a:gd name="csY29" fmla="*/ 144195 h 772357"/>
                <a:gd name="csX30" fmla="*/ 1442016 w 1788169"/>
                <a:gd name="csY30" fmla="*/ 345 h 7723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788169" h="772357">
                  <a:moveTo>
                    <a:pt x="1442016" y="345"/>
                  </a:moveTo>
                  <a:cubicBezTo>
                    <a:pt x="1449250" y="320"/>
                    <a:pt x="1456484" y="296"/>
                    <a:pt x="1463937" y="270"/>
                  </a:cubicBezTo>
                  <a:cubicBezTo>
                    <a:pt x="1557360" y="104"/>
                    <a:pt x="1648964" y="4545"/>
                    <a:pt x="1741718" y="15832"/>
                  </a:cubicBezTo>
                  <a:cubicBezTo>
                    <a:pt x="1737298" y="18042"/>
                    <a:pt x="1732878" y="20252"/>
                    <a:pt x="1728324" y="22529"/>
                  </a:cubicBezTo>
                  <a:cubicBezTo>
                    <a:pt x="1727819" y="56811"/>
                    <a:pt x="1727459" y="91091"/>
                    <a:pt x="1727220" y="125376"/>
                  </a:cubicBezTo>
                  <a:cubicBezTo>
                    <a:pt x="1727120" y="136987"/>
                    <a:pt x="1726984" y="148599"/>
                    <a:pt x="1726808" y="160209"/>
                  </a:cubicBezTo>
                  <a:cubicBezTo>
                    <a:pt x="1725359" y="258320"/>
                    <a:pt x="1734011" y="349198"/>
                    <a:pt x="1765996" y="442783"/>
                  </a:cubicBezTo>
                  <a:cubicBezTo>
                    <a:pt x="1783668" y="496431"/>
                    <a:pt x="1783668" y="496431"/>
                    <a:pt x="1788599" y="518127"/>
                  </a:cubicBezTo>
                  <a:cubicBezTo>
                    <a:pt x="1780337" y="518878"/>
                    <a:pt x="1780337" y="518878"/>
                    <a:pt x="1771908" y="519644"/>
                  </a:cubicBezTo>
                  <a:cubicBezTo>
                    <a:pt x="1672647" y="531336"/>
                    <a:pt x="1605990" y="584176"/>
                    <a:pt x="1545155" y="661190"/>
                  </a:cubicBezTo>
                  <a:cubicBezTo>
                    <a:pt x="1535755" y="673327"/>
                    <a:pt x="1526487" y="685556"/>
                    <a:pt x="1517229" y="697802"/>
                  </a:cubicBezTo>
                  <a:cubicBezTo>
                    <a:pt x="1503955" y="715214"/>
                    <a:pt x="1489799" y="730794"/>
                    <a:pt x="1473828" y="745834"/>
                  </a:cubicBezTo>
                  <a:cubicBezTo>
                    <a:pt x="1491509" y="748044"/>
                    <a:pt x="1509189" y="750254"/>
                    <a:pt x="1527406" y="752531"/>
                  </a:cubicBezTo>
                  <a:cubicBezTo>
                    <a:pt x="1527406" y="754742"/>
                    <a:pt x="1527406" y="756952"/>
                    <a:pt x="1527406" y="759229"/>
                  </a:cubicBezTo>
                  <a:cubicBezTo>
                    <a:pt x="1402621" y="760659"/>
                    <a:pt x="1279099" y="759917"/>
                    <a:pt x="1154635" y="749680"/>
                  </a:cubicBezTo>
                  <a:cubicBezTo>
                    <a:pt x="1091082" y="744476"/>
                    <a:pt x="1027420" y="741282"/>
                    <a:pt x="963748" y="737906"/>
                  </a:cubicBezTo>
                  <a:cubicBezTo>
                    <a:pt x="953813" y="737379"/>
                    <a:pt x="943878" y="736849"/>
                    <a:pt x="933943" y="736316"/>
                  </a:cubicBezTo>
                  <a:cubicBezTo>
                    <a:pt x="920688" y="735607"/>
                    <a:pt x="907433" y="734911"/>
                    <a:pt x="894177" y="734217"/>
                  </a:cubicBezTo>
                  <a:cubicBezTo>
                    <a:pt x="877262" y="733286"/>
                    <a:pt x="860396" y="732127"/>
                    <a:pt x="843506" y="730802"/>
                  </a:cubicBezTo>
                  <a:cubicBezTo>
                    <a:pt x="786457" y="726352"/>
                    <a:pt x="729801" y="724574"/>
                    <a:pt x="672589" y="724382"/>
                  </a:cubicBezTo>
                  <a:cubicBezTo>
                    <a:pt x="665852" y="724354"/>
                    <a:pt x="665852" y="724354"/>
                    <a:pt x="658980" y="724325"/>
                  </a:cubicBezTo>
                  <a:cubicBezTo>
                    <a:pt x="635148" y="724225"/>
                    <a:pt x="611317" y="724163"/>
                    <a:pt x="587485" y="724133"/>
                  </a:cubicBezTo>
                  <a:cubicBezTo>
                    <a:pt x="568247" y="724104"/>
                    <a:pt x="549011" y="724012"/>
                    <a:pt x="529773" y="723859"/>
                  </a:cubicBezTo>
                  <a:cubicBezTo>
                    <a:pt x="403361" y="722873"/>
                    <a:pt x="279928" y="728312"/>
                    <a:pt x="154466" y="745834"/>
                  </a:cubicBezTo>
                  <a:cubicBezTo>
                    <a:pt x="147526" y="746798"/>
                    <a:pt x="140585" y="747762"/>
                    <a:pt x="133435" y="748755"/>
                  </a:cubicBezTo>
                  <a:cubicBezTo>
                    <a:pt x="66040" y="756710"/>
                    <a:pt x="66040" y="756710"/>
                    <a:pt x="429" y="772623"/>
                  </a:cubicBezTo>
                  <a:cubicBezTo>
                    <a:pt x="13889" y="638631"/>
                    <a:pt x="70074" y="533989"/>
                    <a:pt x="154466" y="431063"/>
                  </a:cubicBezTo>
                  <a:cubicBezTo>
                    <a:pt x="161602" y="422244"/>
                    <a:pt x="161602" y="422244"/>
                    <a:pt x="168881" y="413247"/>
                  </a:cubicBezTo>
                  <a:cubicBezTo>
                    <a:pt x="271261" y="292946"/>
                    <a:pt x="419825" y="211316"/>
                    <a:pt x="563000" y="149778"/>
                  </a:cubicBezTo>
                  <a:cubicBezTo>
                    <a:pt x="567206" y="147935"/>
                    <a:pt x="571413" y="146093"/>
                    <a:pt x="575747" y="144195"/>
                  </a:cubicBezTo>
                  <a:cubicBezTo>
                    <a:pt x="845625" y="27934"/>
                    <a:pt x="1151757" y="819"/>
                    <a:pt x="1442016" y="345"/>
                  </a:cubicBezTo>
                  <a:close/>
                </a:path>
              </a:pathLst>
            </a:custGeom>
            <a:solidFill>
              <a:srgbClr val="F4B532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52F799-726C-AA54-8D6F-BBE03775D1F4}"/>
                </a:ext>
              </a:extLst>
            </p:cNvPr>
            <p:cNvSpPr/>
            <p:nvPr/>
          </p:nvSpPr>
          <p:spPr>
            <a:xfrm>
              <a:off x="10209228" y="4422633"/>
              <a:ext cx="697514" cy="232932"/>
            </a:xfrm>
            <a:custGeom>
              <a:avLst/>
              <a:gdLst>
                <a:gd name="csX0" fmla="*/ 1408524 w 1561033"/>
                <a:gd name="csY0" fmla="*/ 852 h 513307"/>
                <a:gd name="csX1" fmla="*/ 1427858 w 1561033"/>
                <a:gd name="csY1" fmla="*/ 304 h 513307"/>
                <a:gd name="csX2" fmla="*/ 1547074 w 1561033"/>
                <a:gd name="csY2" fmla="*/ 49826 h 513307"/>
                <a:gd name="csX3" fmla="*/ 1560887 w 1561033"/>
                <a:gd name="csY3" fmla="*/ 125170 h 513307"/>
                <a:gd name="csX4" fmla="*/ 1493915 w 1561033"/>
                <a:gd name="csY4" fmla="*/ 205537 h 513307"/>
                <a:gd name="csX5" fmla="*/ 1452894 w 1561033"/>
                <a:gd name="csY5" fmla="*/ 219769 h 513307"/>
                <a:gd name="csX6" fmla="*/ 1431913 w 1561033"/>
                <a:gd name="csY6" fmla="*/ 226100 h 513307"/>
                <a:gd name="csX7" fmla="*/ 1225788 w 1561033"/>
                <a:gd name="csY7" fmla="*/ 247672 h 513307"/>
                <a:gd name="csX8" fmla="*/ 422352 w 1561033"/>
                <a:gd name="csY8" fmla="*/ 346180 h 513307"/>
                <a:gd name="csX9" fmla="*/ 402041 w 1561033"/>
                <a:gd name="csY9" fmla="*/ 352128 h 513307"/>
                <a:gd name="csX10" fmla="*/ 332357 w 1561033"/>
                <a:gd name="csY10" fmla="*/ 372969 h 513307"/>
                <a:gd name="csX11" fmla="*/ 309970 w 1561033"/>
                <a:gd name="csY11" fmla="*/ 379714 h 513307"/>
                <a:gd name="csX12" fmla="*/ 200981 w 1561033"/>
                <a:gd name="csY12" fmla="*/ 420507 h 513307"/>
                <a:gd name="csX13" fmla="*/ 146927 w 1561033"/>
                <a:gd name="csY13" fmla="*/ 442872 h 513307"/>
                <a:gd name="csX14" fmla="*/ 60700 w 1561033"/>
                <a:gd name="csY14" fmla="*/ 493520 h 513307"/>
                <a:gd name="csX15" fmla="*/ 60700 w 1561033"/>
                <a:gd name="csY15" fmla="*/ 500217 h 513307"/>
                <a:gd name="csX16" fmla="*/ 424 w 1561033"/>
                <a:gd name="csY16" fmla="*/ 513612 h 513307"/>
                <a:gd name="csX17" fmla="*/ 171623 w 1561033"/>
                <a:gd name="csY17" fmla="*/ 156511 h 513307"/>
                <a:gd name="csX18" fmla="*/ 498115 w 1561033"/>
                <a:gd name="csY18" fmla="*/ 30153 h 513307"/>
                <a:gd name="csX19" fmla="*/ 512752 w 1561033"/>
                <a:gd name="csY19" fmla="*/ 29904 h 513307"/>
                <a:gd name="csX20" fmla="*/ 656756 w 1561033"/>
                <a:gd name="csY20" fmla="*/ 71592 h 513307"/>
                <a:gd name="csX21" fmla="*/ 677267 w 1561033"/>
                <a:gd name="csY21" fmla="*/ 141076 h 513307"/>
                <a:gd name="csX22" fmla="*/ 611550 w 1561033"/>
                <a:gd name="csY22" fmla="*/ 242372 h 513307"/>
                <a:gd name="csX23" fmla="*/ 583086 w 1561033"/>
                <a:gd name="csY23" fmla="*/ 252418 h 513307"/>
                <a:gd name="csX24" fmla="*/ 583086 w 1561033"/>
                <a:gd name="csY24" fmla="*/ 265813 h 513307"/>
                <a:gd name="csX25" fmla="*/ 715132 w 1561033"/>
                <a:gd name="csY25" fmla="*/ 209452 h 513307"/>
                <a:gd name="csX26" fmla="*/ 1408524 w 1561033"/>
                <a:gd name="csY26" fmla="*/ 852 h 5133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561033" h="513307">
                  <a:moveTo>
                    <a:pt x="1408524" y="852"/>
                  </a:moveTo>
                  <a:cubicBezTo>
                    <a:pt x="1414904" y="671"/>
                    <a:pt x="1421284" y="491"/>
                    <a:pt x="1427858" y="304"/>
                  </a:cubicBezTo>
                  <a:cubicBezTo>
                    <a:pt x="1478485" y="587"/>
                    <a:pt x="1509876" y="16227"/>
                    <a:pt x="1547074" y="49826"/>
                  </a:cubicBezTo>
                  <a:cubicBezTo>
                    <a:pt x="1558778" y="74610"/>
                    <a:pt x="1563136" y="97783"/>
                    <a:pt x="1560887" y="125170"/>
                  </a:cubicBezTo>
                  <a:cubicBezTo>
                    <a:pt x="1546883" y="160430"/>
                    <a:pt x="1524748" y="183838"/>
                    <a:pt x="1493915" y="205537"/>
                  </a:cubicBezTo>
                  <a:cubicBezTo>
                    <a:pt x="1474189" y="213543"/>
                    <a:pt x="1474189" y="213543"/>
                    <a:pt x="1452894" y="219769"/>
                  </a:cubicBezTo>
                  <a:cubicBezTo>
                    <a:pt x="1442508" y="222903"/>
                    <a:pt x="1442508" y="222903"/>
                    <a:pt x="1431913" y="226100"/>
                  </a:cubicBezTo>
                  <a:cubicBezTo>
                    <a:pt x="1362264" y="243403"/>
                    <a:pt x="1297201" y="247256"/>
                    <a:pt x="1225788" y="247672"/>
                  </a:cubicBezTo>
                  <a:cubicBezTo>
                    <a:pt x="961095" y="249780"/>
                    <a:pt x="677395" y="270820"/>
                    <a:pt x="422352" y="346180"/>
                  </a:cubicBezTo>
                  <a:cubicBezTo>
                    <a:pt x="415649" y="348143"/>
                    <a:pt x="408947" y="350106"/>
                    <a:pt x="402041" y="352128"/>
                  </a:cubicBezTo>
                  <a:cubicBezTo>
                    <a:pt x="378786" y="358988"/>
                    <a:pt x="355566" y="365953"/>
                    <a:pt x="332357" y="372969"/>
                  </a:cubicBezTo>
                  <a:cubicBezTo>
                    <a:pt x="324970" y="375195"/>
                    <a:pt x="317582" y="377421"/>
                    <a:pt x="309970" y="379714"/>
                  </a:cubicBezTo>
                  <a:cubicBezTo>
                    <a:pt x="272494" y="391285"/>
                    <a:pt x="236553" y="403966"/>
                    <a:pt x="200981" y="420507"/>
                  </a:cubicBezTo>
                  <a:cubicBezTo>
                    <a:pt x="183258" y="428720"/>
                    <a:pt x="165098" y="435717"/>
                    <a:pt x="146927" y="442872"/>
                  </a:cubicBezTo>
                  <a:cubicBezTo>
                    <a:pt x="114331" y="456335"/>
                    <a:pt x="87978" y="471201"/>
                    <a:pt x="60700" y="493520"/>
                  </a:cubicBezTo>
                  <a:cubicBezTo>
                    <a:pt x="60700" y="495730"/>
                    <a:pt x="60700" y="497940"/>
                    <a:pt x="60700" y="500217"/>
                  </a:cubicBezTo>
                  <a:cubicBezTo>
                    <a:pt x="30863" y="506847"/>
                    <a:pt x="30863" y="506847"/>
                    <a:pt x="424" y="513612"/>
                  </a:cubicBezTo>
                  <a:cubicBezTo>
                    <a:pt x="13851" y="379949"/>
                    <a:pt x="70498" y="248079"/>
                    <a:pt x="171623" y="156511"/>
                  </a:cubicBezTo>
                  <a:cubicBezTo>
                    <a:pt x="265870" y="84984"/>
                    <a:pt x="378435" y="30258"/>
                    <a:pt x="498115" y="30153"/>
                  </a:cubicBezTo>
                  <a:cubicBezTo>
                    <a:pt x="502945" y="30071"/>
                    <a:pt x="507775" y="29989"/>
                    <a:pt x="512752" y="29904"/>
                  </a:cubicBezTo>
                  <a:cubicBezTo>
                    <a:pt x="566141" y="29761"/>
                    <a:pt x="612728" y="40514"/>
                    <a:pt x="656756" y="71592"/>
                  </a:cubicBezTo>
                  <a:cubicBezTo>
                    <a:pt x="673962" y="94712"/>
                    <a:pt x="678481" y="112852"/>
                    <a:pt x="677267" y="141076"/>
                  </a:cubicBezTo>
                  <a:cubicBezTo>
                    <a:pt x="670531" y="184966"/>
                    <a:pt x="643434" y="213387"/>
                    <a:pt x="611550" y="242372"/>
                  </a:cubicBezTo>
                  <a:cubicBezTo>
                    <a:pt x="596481" y="252418"/>
                    <a:pt x="596481" y="252418"/>
                    <a:pt x="583086" y="252418"/>
                  </a:cubicBezTo>
                  <a:cubicBezTo>
                    <a:pt x="583086" y="256838"/>
                    <a:pt x="583086" y="261259"/>
                    <a:pt x="583086" y="265813"/>
                  </a:cubicBezTo>
                  <a:cubicBezTo>
                    <a:pt x="627858" y="248579"/>
                    <a:pt x="671538" y="229463"/>
                    <a:pt x="715132" y="209452"/>
                  </a:cubicBezTo>
                  <a:cubicBezTo>
                    <a:pt x="931356" y="110426"/>
                    <a:pt x="1167271" y="4992"/>
                    <a:pt x="1408524" y="852"/>
                  </a:cubicBezTo>
                  <a:close/>
                </a:path>
              </a:pathLst>
            </a:custGeom>
            <a:solidFill>
              <a:srgbClr val="EC7C2B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922DD62-AA06-08CE-B4D0-72E39FD91981}"/>
                </a:ext>
              </a:extLst>
            </p:cNvPr>
            <p:cNvSpPr/>
            <p:nvPr/>
          </p:nvSpPr>
          <p:spPr>
            <a:xfrm>
              <a:off x="10234572" y="4532784"/>
              <a:ext cx="775064" cy="116955"/>
            </a:xfrm>
            <a:custGeom>
              <a:avLst/>
              <a:gdLst>
                <a:gd name="csX0" fmla="*/ 1361474 w 1734591"/>
                <a:gd name="csY0" fmla="*/ 382 h 257730"/>
                <a:gd name="csX1" fmla="*/ 1488414 w 1734591"/>
                <a:gd name="csY1" fmla="*/ 1045 h 257730"/>
                <a:gd name="csX2" fmla="*/ 1734592 w 1734591"/>
                <a:gd name="csY2" fmla="*/ 2679 h 257730"/>
                <a:gd name="csX3" fmla="*/ 1734592 w 1734591"/>
                <a:gd name="csY3" fmla="*/ 16074 h 257730"/>
                <a:gd name="csX4" fmla="*/ 1717902 w 1734591"/>
                <a:gd name="csY4" fmla="*/ 17594 h 257730"/>
                <a:gd name="csX5" fmla="*/ 1491146 w 1734591"/>
                <a:gd name="csY5" fmla="*/ 159134 h 257730"/>
                <a:gd name="csX6" fmla="*/ 1463219 w 1734591"/>
                <a:gd name="csY6" fmla="*/ 195748 h 257730"/>
                <a:gd name="csX7" fmla="*/ 1419820 w 1734591"/>
                <a:gd name="csY7" fmla="*/ 243781 h 257730"/>
                <a:gd name="csX8" fmla="*/ 1473399 w 1734591"/>
                <a:gd name="csY8" fmla="*/ 250478 h 257730"/>
                <a:gd name="csX9" fmla="*/ 1473399 w 1734591"/>
                <a:gd name="csY9" fmla="*/ 257176 h 257730"/>
                <a:gd name="csX10" fmla="*/ 1100629 w 1734591"/>
                <a:gd name="csY10" fmla="*/ 247625 h 257730"/>
                <a:gd name="csX11" fmla="*/ 909743 w 1734591"/>
                <a:gd name="csY11" fmla="*/ 235852 h 257730"/>
                <a:gd name="csX12" fmla="*/ 879934 w 1734591"/>
                <a:gd name="csY12" fmla="*/ 234264 h 257730"/>
                <a:gd name="csX13" fmla="*/ 840172 w 1734591"/>
                <a:gd name="csY13" fmla="*/ 232161 h 257730"/>
                <a:gd name="csX14" fmla="*/ 789501 w 1734591"/>
                <a:gd name="csY14" fmla="*/ 228746 h 257730"/>
                <a:gd name="csX15" fmla="*/ 618580 w 1734591"/>
                <a:gd name="csY15" fmla="*/ 222330 h 257730"/>
                <a:gd name="csX16" fmla="*/ 604971 w 1734591"/>
                <a:gd name="csY16" fmla="*/ 222269 h 257730"/>
                <a:gd name="csX17" fmla="*/ 533477 w 1734591"/>
                <a:gd name="csY17" fmla="*/ 222082 h 257730"/>
                <a:gd name="csX18" fmla="*/ 475767 w 1734591"/>
                <a:gd name="csY18" fmla="*/ 221807 h 257730"/>
                <a:gd name="csX19" fmla="*/ 73074 w 1734591"/>
                <a:gd name="csY19" fmla="*/ 247739 h 257730"/>
                <a:gd name="csX20" fmla="*/ 0 w 1734591"/>
                <a:gd name="csY20" fmla="*/ 250478 h 257730"/>
                <a:gd name="csX21" fmla="*/ 149383 w 1734591"/>
                <a:gd name="csY21" fmla="*/ 172415 h 257730"/>
                <a:gd name="csX22" fmla="*/ 203376 w 1734591"/>
                <a:gd name="csY22" fmla="*/ 150200 h 257730"/>
                <a:gd name="csX23" fmla="*/ 296354 w 1734591"/>
                <a:gd name="csY23" fmla="*/ 116955 h 257730"/>
                <a:gd name="csX24" fmla="*/ 313861 w 1734591"/>
                <a:gd name="csY24" fmla="*/ 111798 h 257730"/>
                <a:gd name="csX25" fmla="*/ 1361474 w 1734591"/>
                <a:gd name="csY25" fmla="*/ 382 h 2577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734591" h="257730">
                  <a:moveTo>
                    <a:pt x="1361474" y="382"/>
                  </a:moveTo>
                  <a:cubicBezTo>
                    <a:pt x="1403787" y="731"/>
                    <a:pt x="1446101" y="878"/>
                    <a:pt x="1488414" y="1045"/>
                  </a:cubicBezTo>
                  <a:cubicBezTo>
                    <a:pt x="1570475" y="1394"/>
                    <a:pt x="1652530" y="1963"/>
                    <a:pt x="1734592" y="2679"/>
                  </a:cubicBezTo>
                  <a:cubicBezTo>
                    <a:pt x="1734592" y="7100"/>
                    <a:pt x="1734592" y="11520"/>
                    <a:pt x="1734592" y="16074"/>
                  </a:cubicBezTo>
                  <a:cubicBezTo>
                    <a:pt x="1729087" y="16576"/>
                    <a:pt x="1723575" y="17079"/>
                    <a:pt x="1717902" y="17594"/>
                  </a:cubicBezTo>
                  <a:cubicBezTo>
                    <a:pt x="1618642" y="29281"/>
                    <a:pt x="1551984" y="82122"/>
                    <a:pt x="1491146" y="159134"/>
                  </a:cubicBezTo>
                  <a:cubicBezTo>
                    <a:pt x="1481750" y="171277"/>
                    <a:pt x="1472481" y="183506"/>
                    <a:pt x="1463219" y="195748"/>
                  </a:cubicBezTo>
                  <a:cubicBezTo>
                    <a:pt x="1449945" y="213161"/>
                    <a:pt x="1435793" y="228739"/>
                    <a:pt x="1419820" y="243781"/>
                  </a:cubicBezTo>
                  <a:cubicBezTo>
                    <a:pt x="1437501" y="245991"/>
                    <a:pt x="1455182" y="248201"/>
                    <a:pt x="1473399" y="250478"/>
                  </a:cubicBezTo>
                  <a:cubicBezTo>
                    <a:pt x="1473399" y="252688"/>
                    <a:pt x="1473399" y="254899"/>
                    <a:pt x="1473399" y="257176"/>
                  </a:cubicBezTo>
                  <a:cubicBezTo>
                    <a:pt x="1348615" y="258609"/>
                    <a:pt x="1225091" y="257865"/>
                    <a:pt x="1100629" y="247625"/>
                  </a:cubicBezTo>
                  <a:cubicBezTo>
                    <a:pt x="1037072" y="242421"/>
                    <a:pt x="973414" y="239227"/>
                    <a:pt x="909743" y="235852"/>
                  </a:cubicBezTo>
                  <a:cubicBezTo>
                    <a:pt x="899804" y="235322"/>
                    <a:pt x="889872" y="234793"/>
                    <a:pt x="879934" y="234264"/>
                  </a:cubicBezTo>
                  <a:cubicBezTo>
                    <a:pt x="866680" y="233554"/>
                    <a:pt x="853426" y="232858"/>
                    <a:pt x="840172" y="232161"/>
                  </a:cubicBezTo>
                  <a:cubicBezTo>
                    <a:pt x="823255" y="231230"/>
                    <a:pt x="806391" y="230072"/>
                    <a:pt x="789501" y="228746"/>
                  </a:cubicBezTo>
                  <a:cubicBezTo>
                    <a:pt x="732447" y="224299"/>
                    <a:pt x="675794" y="222524"/>
                    <a:pt x="618580" y="222330"/>
                  </a:cubicBezTo>
                  <a:cubicBezTo>
                    <a:pt x="611842" y="222303"/>
                    <a:pt x="611842" y="222303"/>
                    <a:pt x="604971" y="222269"/>
                  </a:cubicBezTo>
                  <a:cubicBezTo>
                    <a:pt x="581142" y="222169"/>
                    <a:pt x="557306" y="222109"/>
                    <a:pt x="533477" y="222082"/>
                  </a:cubicBezTo>
                  <a:cubicBezTo>
                    <a:pt x="514236" y="222048"/>
                    <a:pt x="495002" y="221961"/>
                    <a:pt x="475767" y="221807"/>
                  </a:cubicBezTo>
                  <a:cubicBezTo>
                    <a:pt x="339853" y="220742"/>
                    <a:pt x="207850" y="228150"/>
                    <a:pt x="73074" y="247739"/>
                  </a:cubicBezTo>
                  <a:cubicBezTo>
                    <a:pt x="48327" y="251215"/>
                    <a:pt x="24954" y="250914"/>
                    <a:pt x="0" y="250478"/>
                  </a:cubicBezTo>
                  <a:cubicBezTo>
                    <a:pt x="46332" y="211172"/>
                    <a:pt x="92248" y="191676"/>
                    <a:pt x="149383" y="172415"/>
                  </a:cubicBezTo>
                  <a:cubicBezTo>
                    <a:pt x="167988" y="165644"/>
                    <a:pt x="185441" y="158438"/>
                    <a:pt x="203376" y="150200"/>
                  </a:cubicBezTo>
                  <a:cubicBezTo>
                    <a:pt x="233728" y="136497"/>
                    <a:pt x="264421" y="126284"/>
                    <a:pt x="296354" y="116955"/>
                  </a:cubicBezTo>
                  <a:cubicBezTo>
                    <a:pt x="302134" y="115254"/>
                    <a:pt x="307914" y="113553"/>
                    <a:pt x="313861" y="111798"/>
                  </a:cubicBezTo>
                  <a:cubicBezTo>
                    <a:pt x="655006" y="13100"/>
                    <a:pt x="1008441" y="-2879"/>
                    <a:pt x="1361474" y="382"/>
                  </a:cubicBezTo>
                  <a:close/>
                </a:path>
              </a:pathLst>
            </a:custGeom>
            <a:solidFill>
              <a:srgbClr val="E85928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FB084E0-C34B-9931-34D8-7B8089F5791F}"/>
                </a:ext>
              </a:extLst>
            </p:cNvPr>
            <p:cNvSpPr/>
            <p:nvPr/>
          </p:nvSpPr>
          <p:spPr>
            <a:xfrm>
              <a:off x="10209228" y="4436064"/>
              <a:ext cx="302515" cy="219501"/>
            </a:xfrm>
            <a:custGeom>
              <a:avLst/>
              <a:gdLst>
                <a:gd name="csX0" fmla="*/ 497979 w 677027"/>
                <a:gd name="csY0" fmla="*/ 559 h 483708"/>
                <a:gd name="csX1" fmla="*/ 512616 w 677027"/>
                <a:gd name="csY1" fmla="*/ 310 h 483708"/>
                <a:gd name="csX2" fmla="*/ 656620 w 677027"/>
                <a:gd name="csY2" fmla="*/ 41998 h 483708"/>
                <a:gd name="csX3" fmla="*/ 677131 w 677027"/>
                <a:gd name="csY3" fmla="*/ 111482 h 483708"/>
                <a:gd name="csX4" fmla="*/ 616123 w 677027"/>
                <a:gd name="csY4" fmla="*/ 207128 h 483708"/>
                <a:gd name="csX5" fmla="*/ 569556 w 677027"/>
                <a:gd name="csY5" fmla="*/ 236219 h 483708"/>
                <a:gd name="csX6" fmla="*/ 554566 w 677027"/>
                <a:gd name="csY6" fmla="*/ 244957 h 483708"/>
                <a:gd name="csX7" fmla="*/ 412870 w 677027"/>
                <a:gd name="csY7" fmla="*/ 297884 h 483708"/>
                <a:gd name="csX8" fmla="*/ 26633 w 677027"/>
                <a:gd name="csY8" fmla="*/ 474652 h 483708"/>
                <a:gd name="csX9" fmla="*/ 288 w 677027"/>
                <a:gd name="csY9" fmla="*/ 484018 h 483708"/>
                <a:gd name="csX10" fmla="*/ 171487 w 677027"/>
                <a:gd name="csY10" fmla="*/ 126917 h 483708"/>
                <a:gd name="csX11" fmla="*/ 497979 w 677027"/>
                <a:gd name="csY11" fmla="*/ 559 h 483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77027" h="483708">
                  <a:moveTo>
                    <a:pt x="497979" y="559"/>
                  </a:moveTo>
                  <a:cubicBezTo>
                    <a:pt x="502809" y="477"/>
                    <a:pt x="507639" y="395"/>
                    <a:pt x="512616" y="310"/>
                  </a:cubicBezTo>
                  <a:cubicBezTo>
                    <a:pt x="566006" y="167"/>
                    <a:pt x="612592" y="10920"/>
                    <a:pt x="656620" y="41998"/>
                  </a:cubicBezTo>
                  <a:cubicBezTo>
                    <a:pt x="673826" y="65118"/>
                    <a:pt x="678345" y="83258"/>
                    <a:pt x="677131" y="111482"/>
                  </a:cubicBezTo>
                  <a:cubicBezTo>
                    <a:pt x="670495" y="153041"/>
                    <a:pt x="648349" y="181052"/>
                    <a:pt x="616123" y="207128"/>
                  </a:cubicBezTo>
                  <a:cubicBezTo>
                    <a:pt x="600973" y="217658"/>
                    <a:pt x="585577" y="227072"/>
                    <a:pt x="569556" y="236219"/>
                  </a:cubicBezTo>
                  <a:cubicBezTo>
                    <a:pt x="564609" y="239102"/>
                    <a:pt x="559662" y="241986"/>
                    <a:pt x="554566" y="244957"/>
                  </a:cubicBezTo>
                  <a:cubicBezTo>
                    <a:pt x="509554" y="269316"/>
                    <a:pt x="461613" y="283134"/>
                    <a:pt x="412870" y="297884"/>
                  </a:cubicBezTo>
                  <a:cubicBezTo>
                    <a:pt x="274264" y="340058"/>
                    <a:pt x="141636" y="383870"/>
                    <a:pt x="26633" y="474652"/>
                  </a:cubicBezTo>
                  <a:cubicBezTo>
                    <a:pt x="13683" y="484018"/>
                    <a:pt x="13683" y="484018"/>
                    <a:pt x="288" y="484018"/>
                  </a:cubicBezTo>
                  <a:cubicBezTo>
                    <a:pt x="13715" y="350355"/>
                    <a:pt x="70362" y="218485"/>
                    <a:pt x="171487" y="126917"/>
                  </a:cubicBezTo>
                  <a:cubicBezTo>
                    <a:pt x="265734" y="55390"/>
                    <a:pt x="378299" y="664"/>
                    <a:pt x="497979" y="559"/>
                  </a:cubicBezTo>
                  <a:close/>
                </a:path>
              </a:pathLst>
            </a:custGeom>
            <a:solidFill>
              <a:srgbClr val="030201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1EE9B09-8E21-25CD-BE83-91E985E57477}"/>
                </a:ext>
              </a:extLst>
            </p:cNvPr>
            <p:cNvSpPr/>
            <p:nvPr/>
          </p:nvSpPr>
          <p:spPr>
            <a:xfrm>
              <a:off x="10233168" y="4536877"/>
              <a:ext cx="481797" cy="109689"/>
            </a:xfrm>
            <a:custGeom>
              <a:avLst/>
              <a:gdLst>
                <a:gd name="csX0" fmla="*/ 1025057 w 1078259"/>
                <a:gd name="csY0" fmla="*/ 699 h 241718"/>
                <a:gd name="csX1" fmla="*/ 1025057 w 1078259"/>
                <a:gd name="csY1" fmla="*/ 7397 h 241718"/>
                <a:gd name="csX2" fmla="*/ 938829 w 1078259"/>
                <a:gd name="csY2" fmla="*/ 17443 h 241718"/>
                <a:gd name="csX3" fmla="*/ 914395 w 1078259"/>
                <a:gd name="csY3" fmla="*/ 20346 h 241718"/>
                <a:gd name="csX4" fmla="*/ 777258 w 1078259"/>
                <a:gd name="csY4" fmla="*/ 27488 h 241718"/>
                <a:gd name="csX5" fmla="*/ 1022728 w 1078259"/>
                <a:gd name="csY5" fmla="*/ 207216 h 241718"/>
                <a:gd name="csX6" fmla="*/ 1078635 w 1078259"/>
                <a:gd name="csY6" fmla="*/ 221709 h 241718"/>
                <a:gd name="csX7" fmla="*/ 1078635 w 1078259"/>
                <a:gd name="csY7" fmla="*/ 228406 h 241718"/>
                <a:gd name="csX8" fmla="*/ 1003291 w 1078259"/>
                <a:gd name="csY8" fmla="*/ 229244 h 241718"/>
                <a:gd name="csX9" fmla="*/ 982885 w 1078259"/>
                <a:gd name="csY9" fmla="*/ 229584 h 241718"/>
                <a:gd name="csX10" fmla="*/ 841737 w 1078259"/>
                <a:gd name="csY10" fmla="*/ 223657 h 241718"/>
                <a:gd name="csX11" fmla="*/ 526779 w 1078259"/>
                <a:gd name="csY11" fmla="*/ 212898 h 241718"/>
                <a:gd name="csX12" fmla="*/ 470990 w 1078259"/>
                <a:gd name="csY12" fmla="*/ 212760 h 241718"/>
                <a:gd name="csX13" fmla="*/ 73427 w 1078259"/>
                <a:gd name="csY13" fmla="*/ 239057 h 241718"/>
                <a:gd name="csX14" fmla="*/ 375 w 1078259"/>
                <a:gd name="csY14" fmla="*/ 241801 h 241718"/>
                <a:gd name="csX15" fmla="*/ 149755 w 1078259"/>
                <a:gd name="csY15" fmla="*/ 163736 h 241718"/>
                <a:gd name="csX16" fmla="*/ 203752 w 1078259"/>
                <a:gd name="csY16" fmla="*/ 141525 h 241718"/>
                <a:gd name="csX17" fmla="*/ 296729 w 1078259"/>
                <a:gd name="csY17" fmla="*/ 108274 h 241718"/>
                <a:gd name="csX18" fmla="*/ 314239 w 1078259"/>
                <a:gd name="csY18" fmla="*/ 103124 h 241718"/>
                <a:gd name="csX19" fmla="*/ 801117 w 1078259"/>
                <a:gd name="csY19" fmla="*/ 12420 h 241718"/>
                <a:gd name="csX20" fmla="*/ 816345 w 1078259"/>
                <a:gd name="csY20" fmla="*/ 10613 h 241718"/>
                <a:gd name="csX21" fmla="*/ 1025057 w 1078259"/>
                <a:gd name="csY21" fmla="*/ 699 h 241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078259" h="241718">
                  <a:moveTo>
                    <a:pt x="1025057" y="699"/>
                  </a:moveTo>
                  <a:cubicBezTo>
                    <a:pt x="1025057" y="2909"/>
                    <a:pt x="1025057" y="5120"/>
                    <a:pt x="1025057" y="7397"/>
                  </a:cubicBezTo>
                  <a:cubicBezTo>
                    <a:pt x="996321" y="10808"/>
                    <a:pt x="967577" y="14132"/>
                    <a:pt x="938829" y="17443"/>
                  </a:cubicBezTo>
                  <a:cubicBezTo>
                    <a:pt x="930766" y="18401"/>
                    <a:pt x="922703" y="19359"/>
                    <a:pt x="914395" y="20346"/>
                  </a:cubicBezTo>
                  <a:cubicBezTo>
                    <a:pt x="868439" y="25591"/>
                    <a:pt x="823515" y="28931"/>
                    <a:pt x="777258" y="27488"/>
                  </a:cubicBezTo>
                  <a:cubicBezTo>
                    <a:pt x="823999" y="125036"/>
                    <a:pt x="927010" y="169573"/>
                    <a:pt x="1022728" y="207216"/>
                  </a:cubicBezTo>
                  <a:cubicBezTo>
                    <a:pt x="1041502" y="213744"/>
                    <a:pt x="1059068" y="218516"/>
                    <a:pt x="1078635" y="221709"/>
                  </a:cubicBezTo>
                  <a:cubicBezTo>
                    <a:pt x="1078635" y="223919"/>
                    <a:pt x="1078635" y="226129"/>
                    <a:pt x="1078635" y="228406"/>
                  </a:cubicBezTo>
                  <a:cubicBezTo>
                    <a:pt x="1053521" y="228817"/>
                    <a:pt x="1028407" y="229040"/>
                    <a:pt x="1003291" y="229244"/>
                  </a:cubicBezTo>
                  <a:cubicBezTo>
                    <a:pt x="996557" y="229356"/>
                    <a:pt x="989823" y="229468"/>
                    <a:pt x="982885" y="229584"/>
                  </a:cubicBezTo>
                  <a:cubicBezTo>
                    <a:pt x="935521" y="229866"/>
                    <a:pt x="888933" y="227408"/>
                    <a:pt x="841737" y="223657"/>
                  </a:cubicBezTo>
                  <a:cubicBezTo>
                    <a:pt x="736653" y="215309"/>
                    <a:pt x="632119" y="212706"/>
                    <a:pt x="526779" y="212898"/>
                  </a:cubicBezTo>
                  <a:cubicBezTo>
                    <a:pt x="508182" y="212929"/>
                    <a:pt x="489587" y="212882"/>
                    <a:pt x="470990" y="212760"/>
                  </a:cubicBezTo>
                  <a:cubicBezTo>
                    <a:pt x="337074" y="211894"/>
                    <a:pt x="206088" y="219773"/>
                    <a:pt x="73427" y="239057"/>
                  </a:cubicBezTo>
                  <a:cubicBezTo>
                    <a:pt x="48688" y="242543"/>
                    <a:pt x="25320" y="242239"/>
                    <a:pt x="375" y="241801"/>
                  </a:cubicBezTo>
                  <a:cubicBezTo>
                    <a:pt x="46704" y="202492"/>
                    <a:pt x="92627" y="182996"/>
                    <a:pt x="149755" y="163736"/>
                  </a:cubicBezTo>
                  <a:cubicBezTo>
                    <a:pt x="168366" y="156969"/>
                    <a:pt x="185813" y="149758"/>
                    <a:pt x="203752" y="141525"/>
                  </a:cubicBezTo>
                  <a:cubicBezTo>
                    <a:pt x="234104" y="127823"/>
                    <a:pt x="264794" y="117609"/>
                    <a:pt x="296729" y="108274"/>
                  </a:cubicBezTo>
                  <a:cubicBezTo>
                    <a:pt x="302507" y="106575"/>
                    <a:pt x="308286" y="104875"/>
                    <a:pt x="314239" y="103124"/>
                  </a:cubicBezTo>
                  <a:cubicBezTo>
                    <a:pt x="474211" y="56839"/>
                    <a:pt x="635939" y="31484"/>
                    <a:pt x="801117" y="12420"/>
                  </a:cubicBezTo>
                  <a:cubicBezTo>
                    <a:pt x="806142" y="11823"/>
                    <a:pt x="811167" y="11227"/>
                    <a:pt x="816345" y="10613"/>
                  </a:cubicBezTo>
                  <a:cubicBezTo>
                    <a:pt x="886215" y="2401"/>
                    <a:pt x="954716" y="-800"/>
                    <a:pt x="1025057" y="699"/>
                  </a:cubicBezTo>
                  <a:close/>
                </a:path>
              </a:pathLst>
            </a:custGeom>
            <a:solidFill>
              <a:srgbClr val="D63233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AB67903-E8E3-9569-416C-8F90BD3890DA}"/>
                </a:ext>
              </a:extLst>
            </p:cNvPr>
            <p:cNvSpPr/>
            <p:nvPr/>
          </p:nvSpPr>
          <p:spPr>
            <a:xfrm>
              <a:off x="11016779" y="4351855"/>
              <a:ext cx="145153" cy="191465"/>
            </a:xfrm>
            <a:custGeom>
              <a:avLst/>
              <a:gdLst>
                <a:gd name="csX0" fmla="*/ 1877 w 324852"/>
                <a:gd name="csY0" fmla="*/ 0 h 421927"/>
                <a:gd name="csX1" fmla="*/ 169308 w 324852"/>
                <a:gd name="csY1" fmla="*/ 53578 h 421927"/>
                <a:gd name="csX2" fmla="*/ 185683 w 324852"/>
                <a:gd name="csY2" fmla="*/ 60175 h 421927"/>
                <a:gd name="csX3" fmla="*/ 310366 w 324852"/>
                <a:gd name="csY3" fmla="*/ 161156 h 421927"/>
                <a:gd name="csX4" fmla="*/ 316226 w 324852"/>
                <a:gd name="csY4" fmla="*/ 282122 h 421927"/>
                <a:gd name="csX5" fmla="*/ 75547 w 324852"/>
                <a:gd name="csY5" fmla="*/ 415230 h 421927"/>
                <a:gd name="csX6" fmla="*/ 21969 w 324852"/>
                <a:gd name="csY6" fmla="*/ 421928 h 421927"/>
                <a:gd name="csX7" fmla="*/ 20971 w 324852"/>
                <a:gd name="csY7" fmla="*/ 402305 h 421927"/>
                <a:gd name="csX8" fmla="*/ 19457 w 324852"/>
                <a:gd name="csY8" fmla="*/ 375884 h 421927"/>
                <a:gd name="csX9" fmla="*/ 18044 w 324852"/>
                <a:gd name="csY9" fmla="*/ 349986 h 421927"/>
                <a:gd name="csX10" fmla="*/ 8360 w 324852"/>
                <a:gd name="csY10" fmla="*/ 292798 h 421927"/>
                <a:gd name="csX11" fmla="*/ 1040 w 324852"/>
                <a:gd name="csY11" fmla="*/ 123062 h 421927"/>
                <a:gd name="csX12" fmla="*/ 1221 w 324852"/>
                <a:gd name="csY12" fmla="*/ 87199 h 421927"/>
                <a:gd name="csX13" fmla="*/ 1877 w 324852"/>
                <a:gd name="csY13" fmla="*/ 0 h 421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24852" h="421927">
                  <a:moveTo>
                    <a:pt x="1877" y="0"/>
                  </a:moveTo>
                  <a:cubicBezTo>
                    <a:pt x="60686" y="8968"/>
                    <a:pt x="114398" y="31250"/>
                    <a:pt x="169308" y="53578"/>
                  </a:cubicBezTo>
                  <a:cubicBezTo>
                    <a:pt x="177412" y="56846"/>
                    <a:pt x="177412" y="56846"/>
                    <a:pt x="185683" y="60175"/>
                  </a:cubicBezTo>
                  <a:cubicBezTo>
                    <a:pt x="240494" y="83046"/>
                    <a:pt x="286705" y="103861"/>
                    <a:pt x="310366" y="161156"/>
                  </a:cubicBezTo>
                  <a:cubicBezTo>
                    <a:pt x="324766" y="205144"/>
                    <a:pt x="331369" y="237592"/>
                    <a:pt x="316226" y="282122"/>
                  </a:cubicBezTo>
                  <a:cubicBezTo>
                    <a:pt x="264557" y="358799"/>
                    <a:pt x="161942" y="394295"/>
                    <a:pt x="75547" y="415230"/>
                  </a:cubicBezTo>
                  <a:cubicBezTo>
                    <a:pt x="57545" y="418432"/>
                    <a:pt x="40212" y="420495"/>
                    <a:pt x="21969" y="421928"/>
                  </a:cubicBezTo>
                  <a:cubicBezTo>
                    <a:pt x="21473" y="412217"/>
                    <a:pt x="21473" y="412217"/>
                    <a:pt x="20971" y="402305"/>
                  </a:cubicBezTo>
                  <a:cubicBezTo>
                    <a:pt x="20468" y="393585"/>
                    <a:pt x="19973" y="384865"/>
                    <a:pt x="19457" y="375884"/>
                  </a:cubicBezTo>
                  <a:cubicBezTo>
                    <a:pt x="18988" y="367338"/>
                    <a:pt x="18520" y="358793"/>
                    <a:pt x="18044" y="349986"/>
                  </a:cubicBezTo>
                  <a:cubicBezTo>
                    <a:pt x="16577" y="330182"/>
                    <a:pt x="13108" y="312053"/>
                    <a:pt x="8360" y="292798"/>
                  </a:cubicBezTo>
                  <a:cubicBezTo>
                    <a:pt x="-3347" y="237224"/>
                    <a:pt x="484" y="179547"/>
                    <a:pt x="1040" y="123062"/>
                  </a:cubicBezTo>
                  <a:cubicBezTo>
                    <a:pt x="1107" y="111108"/>
                    <a:pt x="1167" y="99153"/>
                    <a:pt x="1221" y="87199"/>
                  </a:cubicBezTo>
                  <a:cubicBezTo>
                    <a:pt x="1368" y="58132"/>
                    <a:pt x="1596" y="29066"/>
                    <a:pt x="1877" y="0"/>
                  </a:cubicBezTo>
                  <a:close/>
                </a:path>
              </a:pathLst>
            </a:custGeom>
            <a:solidFill>
              <a:srgbClr val="E87F2E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7F54E0-FF34-B722-EEFB-2D9D4CCF4B6C}"/>
                </a:ext>
              </a:extLst>
            </p:cNvPr>
            <p:cNvSpPr/>
            <p:nvPr/>
          </p:nvSpPr>
          <p:spPr>
            <a:xfrm>
              <a:off x="11178807" y="4919971"/>
              <a:ext cx="574565" cy="449792"/>
            </a:xfrm>
            <a:custGeom>
              <a:avLst/>
              <a:gdLst>
                <a:gd name="csX0" fmla="*/ 538 w 1285875"/>
                <a:gd name="csY0" fmla="*/ 468 h 991195"/>
                <a:gd name="csX1" fmla="*/ 28364 w 1285875"/>
                <a:gd name="csY1" fmla="*/ 47687 h 991195"/>
                <a:gd name="csX2" fmla="*/ 288520 w 1285875"/>
                <a:gd name="csY2" fmla="*/ 422396 h 991195"/>
                <a:gd name="csX3" fmla="*/ 302281 w 1285875"/>
                <a:gd name="csY3" fmla="*/ 436788 h 991195"/>
                <a:gd name="csX4" fmla="*/ 529622 w 1285875"/>
                <a:gd name="csY4" fmla="*/ 636708 h 991195"/>
                <a:gd name="csX5" fmla="*/ 544452 w 1285875"/>
                <a:gd name="csY5" fmla="*/ 647081 h 991195"/>
                <a:gd name="csX6" fmla="*/ 650173 w 1285875"/>
                <a:gd name="csY6" fmla="*/ 717075 h 991195"/>
                <a:gd name="csX7" fmla="*/ 663858 w 1285875"/>
                <a:gd name="csY7" fmla="*/ 725777 h 991195"/>
                <a:gd name="csX8" fmla="*/ 1286413 w 1285875"/>
                <a:gd name="csY8" fmla="*/ 978269 h 991195"/>
                <a:gd name="csX9" fmla="*/ 1286413 w 1285875"/>
                <a:gd name="csY9" fmla="*/ 984966 h 991195"/>
                <a:gd name="csX10" fmla="*/ 1206046 w 1285875"/>
                <a:gd name="csY10" fmla="*/ 991663 h 991195"/>
                <a:gd name="csX11" fmla="*/ 1206046 w 1285875"/>
                <a:gd name="csY11" fmla="*/ 978269 h 991195"/>
                <a:gd name="csX12" fmla="*/ 1187550 w 1285875"/>
                <a:gd name="csY12" fmla="*/ 976516 h 991195"/>
                <a:gd name="csX13" fmla="*/ 372089 w 1285875"/>
                <a:gd name="csY13" fmla="*/ 598389 h 991195"/>
                <a:gd name="csX14" fmla="*/ 344950 w 1285875"/>
                <a:gd name="csY14" fmla="*/ 575125 h 991195"/>
                <a:gd name="csX15" fmla="*/ 255034 w 1285875"/>
                <a:gd name="csY15" fmla="*/ 482671 h 991195"/>
                <a:gd name="csX16" fmla="*/ 238343 w 1285875"/>
                <a:gd name="csY16" fmla="*/ 463940 h 991195"/>
                <a:gd name="csX17" fmla="*/ 538 w 1285875"/>
                <a:gd name="csY17" fmla="*/ 468 h 991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85875" h="991195">
                  <a:moveTo>
                    <a:pt x="538" y="468"/>
                  </a:moveTo>
                  <a:cubicBezTo>
                    <a:pt x="15118" y="15048"/>
                    <a:pt x="20688" y="28810"/>
                    <a:pt x="28364" y="47687"/>
                  </a:cubicBezTo>
                  <a:cubicBezTo>
                    <a:pt x="86122" y="189447"/>
                    <a:pt x="182516" y="313186"/>
                    <a:pt x="288520" y="422396"/>
                  </a:cubicBezTo>
                  <a:cubicBezTo>
                    <a:pt x="295332" y="429520"/>
                    <a:pt x="295332" y="429520"/>
                    <a:pt x="302281" y="436788"/>
                  </a:cubicBezTo>
                  <a:cubicBezTo>
                    <a:pt x="373226" y="510786"/>
                    <a:pt x="445513" y="577988"/>
                    <a:pt x="529622" y="636708"/>
                  </a:cubicBezTo>
                  <a:cubicBezTo>
                    <a:pt x="534516" y="640131"/>
                    <a:pt x="539410" y="643554"/>
                    <a:pt x="544452" y="647081"/>
                  </a:cubicBezTo>
                  <a:cubicBezTo>
                    <a:pt x="579208" y="671182"/>
                    <a:pt x="614468" y="694407"/>
                    <a:pt x="650173" y="717075"/>
                  </a:cubicBezTo>
                  <a:cubicBezTo>
                    <a:pt x="654689" y="719947"/>
                    <a:pt x="659205" y="722819"/>
                    <a:pt x="663858" y="725777"/>
                  </a:cubicBezTo>
                  <a:cubicBezTo>
                    <a:pt x="855646" y="846285"/>
                    <a:pt x="1067170" y="924820"/>
                    <a:pt x="1286413" y="978269"/>
                  </a:cubicBezTo>
                  <a:cubicBezTo>
                    <a:pt x="1286413" y="980479"/>
                    <a:pt x="1286413" y="982689"/>
                    <a:pt x="1286413" y="984966"/>
                  </a:cubicBezTo>
                  <a:cubicBezTo>
                    <a:pt x="1259892" y="987176"/>
                    <a:pt x="1233371" y="989386"/>
                    <a:pt x="1206046" y="991663"/>
                  </a:cubicBezTo>
                  <a:cubicBezTo>
                    <a:pt x="1206046" y="987243"/>
                    <a:pt x="1206046" y="982823"/>
                    <a:pt x="1206046" y="978269"/>
                  </a:cubicBezTo>
                  <a:cubicBezTo>
                    <a:pt x="1199942" y="977690"/>
                    <a:pt x="1193839" y="977112"/>
                    <a:pt x="1187550" y="976516"/>
                  </a:cubicBezTo>
                  <a:cubicBezTo>
                    <a:pt x="878974" y="943049"/>
                    <a:pt x="604479" y="799528"/>
                    <a:pt x="372089" y="598389"/>
                  </a:cubicBezTo>
                  <a:cubicBezTo>
                    <a:pt x="363077" y="590594"/>
                    <a:pt x="354016" y="582856"/>
                    <a:pt x="344950" y="575125"/>
                  </a:cubicBezTo>
                  <a:cubicBezTo>
                    <a:pt x="311858" y="546471"/>
                    <a:pt x="283155" y="516143"/>
                    <a:pt x="255034" y="482671"/>
                  </a:cubicBezTo>
                  <a:cubicBezTo>
                    <a:pt x="249526" y="476490"/>
                    <a:pt x="244018" y="470308"/>
                    <a:pt x="238343" y="463940"/>
                  </a:cubicBezTo>
                  <a:cubicBezTo>
                    <a:pt x="136509" y="348885"/>
                    <a:pt x="538" y="160177"/>
                    <a:pt x="538" y="468"/>
                  </a:cubicBezTo>
                  <a:close/>
                </a:path>
              </a:pathLst>
            </a:custGeom>
            <a:solidFill>
              <a:srgbClr val="2F2E2E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5B21E66-7694-EDEB-9CDD-2AD57221C805}"/>
                </a:ext>
              </a:extLst>
            </p:cNvPr>
            <p:cNvSpPr/>
            <p:nvPr/>
          </p:nvSpPr>
          <p:spPr>
            <a:xfrm>
              <a:off x="11113570" y="5333488"/>
              <a:ext cx="165729" cy="194505"/>
            </a:xfrm>
            <a:custGeom>
              <a:avLst/>
              <a:gdLst>
                <a:gd name="csX0" fmla="*/ 270442 w 370900"/>
                <a:gd name="csY0" fmla="*/ 0 h 428625"/>
                <a:gd name="csX1" fmla="*/ 316901 w 370900"/>
                <a:gd name="csY1" fmla="*/ 22603 h 428625"/>
                <a:gd name="csX2" fmla="*/ 330282 w 370900"/>
                <a:gd name="csY2" fmla="*/ 29039 h 428625"/>
                <a:gd name="csX3" fmla="*/ 370901 w 370900"/>
                <a:gd name="csY3" fmla="*/ 60275 h 428625"/>
                <a:gd name="csX4" fmla="*/ 297231 w 370900"/>
                <a:gd name="csY4" fmla="*/ 100459 h 428625"/>
                <a:gd name="csX5" fmla="*/ 337414 w 370900"/>
                <a:gd name="csY5" fmla="*/ 154037 h 428625"/>
                <a:gd name="csX6" fmla="*/ 315153 w 370900"/>
                <a:gd name="csY6" fmla="*/ 153387 h 428625"/>
                <a:gd name="csX7" fmla="*/ 216153 w 370900"/>
                <a:gd name="csY7" fmla="*/ 173191 h 428625"/>
                <a:gd name="csX8" fmla="*/ 196772 w 370900"/>
                <a:gd name="csY8" fmla="*/ 221010 h 428625"/>
                <a:gd name="csX9" fmla="*/ 189498 w 370900"/>
                <a:gd name="csY9" fmla="*/ 240291 h 428625"/>
                <a:gd name="csX10" fmla="*/ 196772 w 370900"/>
                <a:gd name="csY10" fmla="*/ 421928 h 428625"/>
                <a:gd name="csX11" fmla="*/ 136496 w 370900"/>
                <a:gd name="csY11" fmla="*/ 401836 h 428625"/>
                <a:gd name="csX12" fmla="*/ 98402 w 370900"/>
                <a:gd name="csY12" fmla="*/ 397650 h 428625"/>
                <a:gd name="csX13" fmla="*/ 78237 w 370900"/>
                <a:gd name="csY13" fmla="*/ 396136 h 428625"/>
                <a:gd name="csX14" fmla="*/ 62826 w 370900"/>
                <a:gd name="csY14" fmla="*/ 395139 h 428625"/>
                <a:gd name="csX15" fmla="*/ 62826 w 370900"/>
                <a:gd name="csY15" fmla="*/ 428625 h 428625"/>
                <a:gd name="csX16" fmla="*/ 2551 w 370900"/>
                <a:gd name="csY16" fmla="*/ 348258 h 428625"/>
                <a:gd name="csX17" fmla="*/ 57093 w 370900"/>
                <a:gd name="csY17" fmla="*/ 146998 h 428625"/>
                <a:gd name="csX18" fmla="*/ 188815 w 370900"/>
                <a:gd name="csY18" fmla="*/ 51904 h 428625"/>
                <a:gd name="csX19" fmla="*/ 226622 w 370900"/>
                <a:gd name="csY19" fmla="*/ 30874 h 428625"/>
                <a:gd name="csX20" fmla="*/ 243358 w 370900"/>
                <a:gd name="csY20" fmla="*/ 21659 h 428625"/>
                <a:gd name="csX21" fmla="*/ 270442 w 370900"/>
                <a:gd name="csY21" fmla="*/ 0 h 428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370900" h="428625">
                  <a:moveTo>
                    <a:pt x="270442" y="0"/>
                  </a:moveTo>
                  <a:cubicBezTo>
                    <a:pt x="285952" y="7487"/>
                    <a:pt x="301436" y="15028"/>
                    <a:pt x="316901" y="22603"/>
                  </a:cubicBezTo>
                  <a:cubicBezTo>
                    <a:pt x="321321" y="24726"/>
                    <a:pt x="325734" y="26849"/>
                    <a:pt x="330282" y="29039"/>
                  </a:cubicBezTo>
                  <a:cubicBezTo>
                    <a:pt x="363447" y="45367"/>
                    <a:pt x="363447" y="45367"/>
                    <a:pt x="370901" y="60275"/>
                  </a:cubicBezTo>
                  <a:cubicBezTo>
                    <a:pt x="346589" y="73536"/>
                    <a:pt x="322278" y="86796"/>
                    <a:pt x="297231" y="100459"/>
                  </a:cubicBezTo>
                  <a:cubicBezTo>
                    <a:pt x="310491" y="118139"/>
                    <a:pt x="323752" y="135820"/>
                    <a:pt x="337414" y="154037"/>
                  </a:cubicBezTo>
                  <a:cubicBezTo>
                    <a:pt x="330067" y="153823"/>
                    <a:pt x="322721" y="153608"/>
                    <a:pt x="315153" y="153387"/>
                  </a:cubicBezTo>
                  <a:cubicBezTo>
                    <a:pt x="261956" y="151405"/>
                    <a:pt x="261956" y="151405"/>
                    <a:pt x="216153" y="173191"/>
                  </a:cubicBezTo>
                  <a:cubicBezTo>
                    <a:pt x="207481" y="189097"/>
                    <a:pt x="201788" y="203610"/>
                    <a:pt x="196772" y="221010"/>
                  </a:cubicBezTo>
                  <a:cubicBezTo>
                    <a:pt x="194374" y="227372"/>
                    <a:pt x="191970" y="233734"/>
                    <a:pt x="189498" y="240291"/>
                  </a:cubicBezTo>
                  <a:cubicBezTo>
                    <a:pt x="172427" y="298591"/>
                    <a:pt x="181810" y="363949"/>
                    <a:pt x="196772" y="421928"/>
                  </a:cubicBezTo>
                  <a:cubicBezTo>
                    <a:pt x="171757" y="418592"/>
                    <a:pt x="157847" y="416068"/>
                    <a:pt x="136496" y="401836"/>
                  </a:cubicBezTo>
                  <a:cubicBezTo>
                    <a:pt x="118152" y="398769"/>
                    <a:pt x="118152" y="398769"/>
                    <a:pt x="98402" y="397650"/>
                  </a:cubicBezTo>
                  <a:cubicBezTo>
                    <a:pt x="91752" y="397148"/>
                    <a:pt x="85095" y="396652"/>
                    <a:pt x="78237" y="396136"/>
                  </a:cubicBezTo>
                  <a:cubicBezTo>
                    <a:pt x="73147" y="395808"/>
                    <a:pt x="68063" y="395480"/>
                    <a:pt x="62826" y="395139"/>
                  </a:cubicBezTo>
                  <a:cubicBezTo>
                    <a:pt x="62826" y="406189"/>
                    <a:pt x="62826" y="417240"/>
                    <a:pt x="62826" y="428625"/>
                  </a:cubicBezTo>
                  <a:cubicBezTo>
                    <a:pt x="30901" y="407341"/>
                    <a:pt x="13374" y="384731"/>
                    <a:pt x="2551" y="348258"/>
                  </a:cubicBezTo>
                  <a:cubicBezTo>
                    <a:pt x="-7153" y="272384"/>
                    <a:pt x="10788" y="207428"/>
                    <a:pt x="57093" y="146998"/>
                  </a:cubicBezTo>
                  <a:cubicBezTo>
                    <a:pt x="96025" y="106111"/>
                    <a:pt x="139517" y="78987"/>
                    <a:pt x="188815" y="51904"/>
                  </a:cubicBezTo>
                  <a:cubicBezTo>
                    <a:pt x="201426" y="44912"/>
                    <a:pt x="214031" y="37900"/>
                    <a:pt x="226622" y="30874"/>
                  </a:cubicBezTo>
                  <a:cubicBezTo>
                    <a:pt x="232146" y="27827"/>
                    <a:pt x="237665" y="24787"/>
                    <a:pt x="243358" y="21659"/>
                  </a:cubicBezTo>
                  <a:cubicBezTo>
                    <a:pt x="257864" y="13649"/>
                    <a:pt x="257864" y="13649"/>
                    <a:pt x="270442" y="0"/>
                  </a:cubicBezTo>
                  <a:close/>
                </a:path>
              </a:pathLst>
            </a:custGeom>
            <a:solidFill>
              <a:srgbClr val="3EA0D7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880631A-3F73-4921-E7F6-FF2401AD7AC0}"/>
                </a:ext>
              </a:extLst>
            </p:cNvPr>
            <p:cNvSpPr/>
            <p:nvPr/>
          </p:nvSpPr>
          <p:spPr>
            <a:xfrm>
              <a:off x="10284041" y="4305077"/>
              <a:ext cx="631423" cy="192453"/>
            </a:xfrm>
            <a:custGeom>
              <a:avLst/>
              <a:gdLst>
                <a:gd name="csX0" fmla="*/ 1254489 w 1413123"/>
                <a:gd name="csY0" fmla="*/ 350 h 424104"/>
                <a:gd name="csX1" fmla="*/ 1273914 w 1413123"/>
                <a:gd name="csY1" fmla="*/ 275 h 424104"/>
                <a:gd name="csX2" fmla="*/ 1328682 w 1413123"/>
                <a:gd name="csY2" fmla="*/ 428 h 424104"/>
                <a:gd name="csX3" fmla="*/ 1345290 w 1413123"/>
                <a:gd name="csY3" fmla="*/ 413 h 424104"/>
                <a:gd name="csX4" fmla="*/ 1413549 w 1413123"/>
                <a:gd name="csY4" fmla="*/ 15837 h 424104"/>
                <a:gd name="csX5" fmla="*/ 1392396 w 1413123"/>
                <a:gd name="csY5" fmla="*/ 16854 h 424104"/>
                <a:gd name="csX6" fmla="*/ 1313197 w 1413123"/>
                <a:gd name="csY6" fmla="*/ 20824 h 424104"/>
                <a:gd name="csX7" fmla="*/ 1279200 w 1413123"/>
                <a:gd name="csY7" fmla="*/ 22499 h 424104"/>
                <a:gd name="csX8" fmla="*/ 1065292 w 1413123"/>
                <a:gd name="csY8" fmla="*/ 42626 h 424104"/>
                <a:gd name="csX9" fmla="*/ 1044492 w 1413123"/>
                <a:gd name="csY9" fmla="*/ 45782 h 424104"/>
                <a:gd name="csX10" fmla="*/ 986599 w 1413123"/>
                <a:gd name="csY10" fmla="*/ 55184 h 424104"/>
                <a:gd name="csX11" fmla="*/ 965838 w 1413123"/>
                <a:gd name="csY11" fmla="*/ 58663 h 424104"/>
                <a:gd name="csX12" fmla="*/ 792041 w 1413123"/>
                <a:gd name="csY12" fmla="*/ 92915 h 424104"/>
                <a:gd name="csX13" fmla="*/ 762865 w 1413123"/>
                <a:gd name="csY13" fmla="*/ 99337 h 424104"/>
                <a:gd name="csX14" fmla="*/ 552934 w 1413123"/>
                <a:gd name="csY14" fmla="*/ 157710 h 424104"/>
                <a:gd name="csX15" fmla="*/ 501596 w 1413123"/>
                <a:gd name="csY15" fmla="*/ 174060 h 424104"/>
                <a:gd name="csX16" fmla="*/ 161161 w 1413123"/>
                <a:gd name="csY16" fmla="*/ 330609 h 424104"/>
                <a:gd name="csX17" fmla="*/ 135941 w 1413123"/>
                <a:gd name="csY17" fmla="*/ 343925 h 424104"/>
                <a:gd name="csX18" fmla="*/ 121212 w 1413123"/>
                <a:gd name="csY18" fmla="*/ 351577 h 424104"/>
                <a:gd name="csX19" fmla="*/ 90918 w 1413123"/>
                <a:gd name="csY19" fmla="*/ 367169 h 424104"/>
                <a:gd name="csX20" fmla="*/ 426 w 1413123"/>
                <a:gd name="csY20" fmla="*/ 424371 h 424104"/>
                <a:gd name="csX21" fmla="*/ 395565 w 1413123"/>
                <a:gd name="csY21" fmla="*/ 149783 h 424104"/>
                <a:gd name="csX22" fmla="*/ 419529 w 1413123"/>
                <a:gd name="csY22" fmla="*/ 139397 h 424104"/>
                <a:gd name="csX23" fmla="*/ 1254489 w 1413123"/>
                <a:gd name="csY23" fmla="*/ 350 h 424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1413123" h="424104">
                  <a:moveTo>
                    <a:pt x="1254489" y="350"/>
                  </a:moveTo>
                  <a:cubicBezTo>
                    <a:pt x="1260899" y="325"/>
                    <a:pt x="1267310" y="301"/>
                    <a:pt x="1273914" y="275"/>
                  </a:cubicBezTo>
                  <a:cubicBezTo>
                    <a:pt x="1292172" y="239"/>
                    <a:pt x="1310425" y="310"/>
                    <a:pt x="1328682" y="428"/>
                  </a:cubicBezTo>
                  <a:cubicBezTo>
                    <a:pt x="1336903" y="421"/>
                    <a:pt x="1336903" y="421"/>
                    <a:pt x="1345290" y="413"/>
                  </a:cubicBezTo>
                  <a:cubicBezTo>
                    <a:pt x="1371109" y="732"/>
                    <a:pt x="1391692" y="1128"/>
                    <a:pt x="1413549" y="15837"/>
                  </a:cubicBezTo>
                  <a:cubicBezTo>
                    <a:pt x="1406569" y="16173"/>
                    <a:pt x="1399588" y="16509"/>
                    <a:pt x="1392396" y="16854"/>
                  </a:cubicBezTo>
                  <a:cubicBezTo>
                    <a:pt x="1365994" y="18135"/>
                    <a:pt x="1339595" y="19472"/>
                    <a:pt x="1313197" y="20824"/>
                  </a:cubicBezTo>
                  <a:cubicBezTo>
                    <a:pt x="1301865" y="21397"/>
                    <a:pt x="1290533" y="21956"/>
                    <a:pt x="1279200" y="22499"/>
                  </a:cubicBezTo>
                  <a:cubicBezTo>
                    <a:pt x="1207210" y="25958"/>
                    <a:pt x="1136588" y="31645"/>
                    <a:pt x="1065292" y="42626"/>
                  </a:cubicBezTo>
                  <a:cubicBezTo>
                    <a:pt x="1058428" y="43668"/>
                    <a:pt x="1051564" y="44709"/>
                    <a:pt x="1044492" y="45782"/>
                  </a:cubicBezTo>
                  <a:cubicBezTo>
                    <a:pt x="1025172" y="48794"/>
                    <a:pt x="1005883" y="51948"/>
                    <a:pt x="986599" y="55184"/>
                  </a:cubicBezTo>
                  <a:cubicBezTo>
                    <a:pt x="979748" y="56332"/>
                    <a:pt x="972897" y="57480"/>
                    <a:pt x="965838" y="58663"/>
                  </a:cubicBezTo>
                  <a:cubicBezTo>
                    <a:pt x="907569" y="68599"/>
                    <a:pt x="849725" y="80024"/>
                    <a:pt x="792041" y="92915"/>
                  </a:cubicBezTo>
                  <a:cubicBezTo>
                    <a:pt x="782322" y="95085"/>
                    <a:pt x="772597" y="97227"/>
                    <a:pt x="762865" y="99337"/>
                  </a:cubicBezTo>
                  <a:cubicBezTo>
                    <a:pt x="691501" y="114825"/>
                    <a:pt x="622271" y="134841"/>
                    <a:pt x="552934" y="157710"/>
                  </a:cubicBezTo>
                  <a:cubicBezTo>
                    <a:pt x="535861" y="163291"/>
                    <a:pt x="518736" y="168687"/>
                    <a:pt x="501596" y="174060"/>
                  </a:cubicBezTo>
                  <a:cubicBezTo>
                    <a:pt x="381362" y="212247"/>
                    <a:pt x="266444" y="260420"/>
                    <a:pt x="161161" y="330609"/>
                  </a:cubicBezTo>
                  <a:cubicBezTo>
                    <a:pt x="152810" y="335152"/>
                    <a:pt x="144398" y="339583"/>
                    <a:pt x="135941" y="343925"/>
                  </a:cubicBezTo>
                  <a:cubicBezTo>
                    <a:pt x="128651" y="347713"/>
                    <a:pt x="128651" y="347713"/>
                    <a:pt x="121212" y="351577"/>
                  </a:cubicBezTo>
                  <a:cubicBezTo>
                    <a:pt x="111124" y="356794"/>
                    <a:pt x="101026" y="361992"/>
                    <a:pt x="90918" y="367169"/>
                  </a:cubicBezTo>
                  <a:cubicBezTo>
                    <a:pt x="58661" y="383980"/>
                    <a:pt x="29572" y="402589"/>
                    <a:pt x="426" y="424371"/>
                  </a:cubicBezTo>
                  <a:cubicBezTo>
                    <a:pt x="53100" y="296198"/>
                    <a:pt x="277157" y="201072"/>
                    <a:pt x="395565" y="149783"/>
                  </a:cubicBezTo>
                  <a:cubicBezTo>
                    <a:pt x="403473" y="146355"/>
                    <a:pt x="411381" y="142928"/>
                    <a:pt x="419529" y="139397"/>
                  </a:cubicBezTo>
                  <a:cubicBezTo>
                    <a:pt x="683015" y="33603"/>
                    <a:pt x="972820" y="882"/>
                    <a:pt x="1254489" y="350"/>
                  </a:cubicBezTo>
                  <a:close/>
                </a:path>
              </a:pathLst>
            </a:custGeom>
            <a:solidFill>
              <a:srgbClr val="DA3938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1490614-B135-4B86-546A-AF23B20406A8}"/>
                </a:ext>
              </a:extLst>
            </p:cNvPr>
            <p:cNvSpPr/>
            <p:nvPr/>
          </p:nvSpPr>
          <p:spPr>
            <a:xfrm>
              <a:off x="11648502" y="5567307"/>
              <a:ext cx="116841" cy="278670"/>
            </a:xfrm>
            <a:custGeom>
              <a:avLst/>
              <a:gdLst>
                <a:gd name="csX0" fmla="*/ 991 w 261489"/>
                <a:gd name="csY0" fmla="*/ 681 h 614097"/>
                <a:gd name="csX1" fmla="*/ 54569 w 261489"/>
                <a:gd name="csY1" fmla="*/ 681 h 614097"/>
                <a:gd name="csX2" fmla="*/ 34477 w 261489"/>
                <a:gd name="csY2" fmla="*/ 14076 h 614097"/>
                <a:gd name="csX3" fmla="*/ 262184 w 261489"/>
                <a:gd name="csY3" fmla="*/ 610132 h 614097"/>
                <a:gd name="csX4" fmla="*/ 159214 w 261489"/>
                <a:gd name="csY4" fmla="*/ 603854 h 614097"/>
                <a:gd name="csX5" fmla="*/ 142340 w 261489"/>
                <a:gd name="csY5" fmla="*/ 599890 h 614097"/>
                <a:gd name="csX6" fmla="*/ 101450 w 261489"/>
                <a:gd name="csY6" fmla="*/ 590040 h 614097"/>
                <a:gd name="csX7" fmla="*/ 114844 w 261489"/>
                <a:gd name="csY7" fmla="*/ 583343 h 614097"/>
                <a:gd name="csX8" fmla="*/ 99357 w 261489"/>
                <a:gd name="csY8" fmla="*/ 504650 h 614097"/>
                <a:gd name="csX9" fmla="*/ 95027 w 261489"/>
                <a:gd name="csY9" fmla="*/ 482492 h 614097"/>
                <a:gd name="csX10" fmla="*/ 71208 w 261489"/>
                <a:gd name="csY10" fmla="*/ 375702 h 614097"/>
                <a:gd name="csX11" fmla="*/ 44942 w 261489"/>
                <a:gd name="csY11" fmla="*/ 247224 h 614097"/>
                <a:gd name="csX12" fmla="*/ 5674 w 261489"/>
                <a:gd name="csY12" fmla="*/ 63337 h 614097"/>
                <a:gd name="csX13" fmla="*/ 991 w 261489"/>
                <a:gd name="csY13" fmla="*/ 681 h 6140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61489" h="614097">
                  <a:moveTo>
                    <a:pt x="991" y="681"/>
                  </a:moveTo>
                  <a:cubicBezTo>
                    <a:pt x="18672" y="681"/>
                    <a:pt x="36352" y="681"/>
                    <a:pt x="54569" y="681"/>
                  </a:cubicBezTo>
                  <a:cubicBezTo>
                    <a:pt x="47939" y="5101"/>
                    <a:pt x="41308" y="9521"/>
                    <a:pt x="34477" y="14076"/>
                  </a:cubicBezTo>
                  <a:cubicBezTo>
                    <a:pt x="119166" y="325077"/>
                    <a:pt x="119166" y="325077"/>
                    <a:pt x="262184" y="610132"/>
                  </a:cubicBezTo>
                  <a:cubicBezTo>
                    <a:pt x="224817" y="619746"/>
                    <a:pt x="195705" y="612845"/>
                    <a:pt x="159214" y="603854"/>
                  </a:cubicBezTo>
                  <a:cubicBezTo>
                    <a:pt x="153645" y="602546"/>
                    <a:pt x="148077" y="601238"/>
                    <a:pt x="142340" y="599890"/>
                  </a:cubicBezTo>
                  <a:cubicBezTo>
                    <a:pt x="128694" y="596675"/>
                    <a:pt x="115069" y="593367"/>
                    <a:pt x="101450" y="590040"/>
                  </a:cubicBezTo>
                  <a:cubicBezTo>
                    <a:pt x="108080" y="586725"/>
                    <a:pt x="108080" y="586725"/>
                    <a:pt x="114844" y="583343"/>
                  </a:cubicBezTo>
                  <a:cubicBezTo>
                    <a:pt x="109716" y="557106"/>
                    <a:pt x="104540" y="530877"/>
                    <a:pt x="99357" y="504650"/>
                  </a:cubicBezTo>
                  <a:cubicBezTo>
                    <a:pt x="97928" y="497338"/>
                    <a:pt x="96499" y="490026"/>
                    <a:pt x="95027" y="482492"/>
                  </a:cubicBezTo>
                  <a:cubicBezTo>
                    <a:pt x="87920" y="446639"/>
                    <a:pt x="80337" y="411097"/>
                    <a:pt x="71208" y="375702"/>
                  </a:cubicBezTo>
                  <a:cubicBezTo>
                    <a:pt x="60344" y="333218"/>
                    <a:pt x="52554" y="290391"/>
                    <a:pt x="44942" y="247224"/>
                  </a:cubicBezTo>
                  <a:cubicBezTo>
                    <a:pt x="33821" y="185322"/>
                    <a:pt x="21380" y="124236"/>
                    <a:pt x="5674" y="63337"/>
                  </a:cubicBezTo>
                  <a:cubicBezTo>
                    <a:pt x="1168" y="41715"/>
                    <a:pt x="81" y="22686"/>
                    <a:pt x="991" y="681"/>
                  </a:cubicBezTo>
                  <a:close/>
                </a:path>
              </a:pathLst>
            </a:custGeom>
            <a:solidFill>
              <a:srgbClr val="2D2C2C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B4173AF-1498-DFD3-1F54-1FDABBB5B678}"/>
                </a:ext>
              </a:extLst>
            </p:cNvPr>
            <p:cNvSpPr/>
            <p:nvPr/>
          </p:nvSpPr>
          <p:spPr>
            <a:xfrm>
              <a:off x="11039843" y="4405558"/>
              <a:ext cx="92535" cy="93278"/>
            </a:xfrm>
            <a:custGeom>
              <a:avLst/>
              <a:gdLst>
                <a:gd name="csX0" fmla="*/ 152455 w 207094"/>
                <a:gd name="csY0" fmla="*/ 8756 h 205555"/>
                <a:gd name="csX1" fmla="*/ 207368 w 207094"/>
                <a:gd name="csY1" fmla="*/ 89489 h 205555"/>
                <a:gd name="csX2" fmla="*/ 177570 w 207094"/>
                <a:gd name="csY2" fmla="*/ 176188 h 205555"/>
                <a:gd name="csX3" fmla="*/ 79570 w 207094"/>
                <a:gd name="csY3" fmla="*/ 205567 h 205555"/>
                <a:gd name="csX4" fmla="*/ 23533 w 207094"/>
                <a:gd name="csY4" fmla="*/ 176188 h 205555"/>
                <a:gd name="csX5" fmla="*/ 3441 w 207094"/>
                <a:gd name="csY5" fmla="*/ 62334 h 205555"/>
                <a:gd name="csX6" fmla="*/ 48229 w 207094"/>
                <a:gd name="csY6" fmla="*/ 9593 h 205555"/>
                <a:gd name="csX7" fmla="*/ 152455 w 207094"/>
                <a:gd name="csY7" fmla="*/ 8756 h 2055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07094" h="205555">
                  <a:moveTo>
                    <a:pt x="152455" y="8756"/>
                  </a:moveTo>
                  <a:cubicBezTo>
                    <a:pt x="180874" y="29424"/>
                    <a:pt x="199761" y="54698"/>
                    <a:pt x="207368" y="89489"/>
                  </a:cubicBezTo>
                  <a:cubicBezTo>
                    <a:pt x="209311" y="123935"/>
                    <a:pt x="199523" y="150457"/>
                    <a:pt x="177570" y="176188"/>
                  </a:cubicBezTo>
                  <a:cubicBezTo>
                    <a:pt x="145481" y="201217"/>
                    <a:pt x="120150" y="207355"/>
                    <a:pt x="79570" y="205567"/>
                  </a:cubicBezTo>
                  <a:cubicBezTo>
                    <a:pt x="55522" y="201638"/>
                    <a:pt x="41463" y="192369"/>
                    <a:pt x="23533" y="176188"/>
                  </a:cubicBezTo>
                  <a:cubicBezTo>
                    <a:pt x="-2602" y="139799"/>
                    <a:pt x="-1790" y="105712"/>
                    <a:pt x="3441" y="62334"/>
                  </a:cubicBezTo>
                  <a:cubicBezTo>
                    <a:pt x="15290" y="36358"/>
                    <a:pt x="25039" y="25772"/>
                    <a:pt x="48229" y="9593"/>
                  </a:cubicBezTo>
                  <a:cubicBezTo>
                    <a:pt x="84648" y="-2776"/>
                    <a:pt x="115754" y="-2537"/>
                    <a:pt x="152455" y="8756"/>
                  </a:cubicBezTo>
                  <a:close/>
                </a:path>
              </a:pathLst>
            </a:custGeom>
            <a:solidFill>
              <a:srgbClr val="3B96D2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E879DDB-F797-5356-8B06-108684D6F959}"/>
                </a:ext>
              </a:extLst>
            </p:cNvPr>
            <p:cNvSpPr/>
            <p:nvPr/>
          </p:nvSpPr>
          <p:spPr>
            <a:xfrm>
              <a:off x="11051594" y="4420928"/>
              <a:ext cx="64370" cy="65434"/>
            </a:xfrm>
            <a:custGeom>
              <a:avLst/>
              <a:gdLst>
                <a:gd name="csX0" fmla="*/ 97688 w 144059"/>
                <a:gd name="csY0" fmla="*/ 1678 h 144195"/>
                <a:gd name="csX1" fmla="*/ 90991 w 144059"/>
                <a:gd name="csY1" fmla="*/ 55256 h 144195"/>
                <a:gd name="csX2" fmla="*/ 144569 w 144059"/>
                <a:gd name="csY2" fmla="*/ 55256 h 144195"/>
                <a:gd name="csX3" fmla="*/ 111083 w 144059"/>
                <a:gd name="csY3" fmla="*/ 135624 h 144195"/>
                <a:gd name="csX4" fmla="*/ 44110 w 144059"/>
                <a:gd name="csY4" fmla="*/ 142321 h 144195"/>
                <a:gd name="csX5" fmla="*/ 3927 w 144059"/>
                <a:gd name="csY5" fmla="*/ 102137 h 144195"/>
                <a:gd name="csX6" fmla="*/ 12743 w 144059"/>
                <a:gd name="csY6" fmla="*/ 28964 h 144195"/>
                <a:gd name="csX7" fmla="*/ 97688 w 144059"/>
                <a:gd name="csY7" fmla="*/ 1678 h 144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4059" h="144195">
                  <a:moveTo>
                    <a:pt x="97688" y="1678"/>
                  </a:moveTo>
                  <a:cubicBezTo>
                    <a:pt x="97688" y="22524"/>
                    <a:pt x="96526" y="35886"/>
                    <a:pt x="90991" y="55256"/>
                  </a:cubicBezTo>
                  <a:cubicBezTo>
                    <a:pt x="108672" y="55256"/>
                    <a:pt x="126353" y="55256"/>
                    <a:pt x="144569" y="55256"/>
                  </a:cubicBezTo>
                  <a:cubicBezTo>
                    <a:pt x="141799" y="90578"/>
                    <a:pt x="135932" y="110022"/>
                    <a:pt x="111083" y="135624"/>
                  </a:cubicBezTo>
                  <a:cubicBezTo>
                    <a:pt x="89640" y="146345"/>
                    <a:pt x="67378" y="145664"/>
                    <a:pt x="44110" y="142321"/>
                  </a:cubicBezTo>
                  <a:cubicBezTo>
                    <a:pt x="25291" y="130308"/>
                    <a:pt x="13910" y="122103"/>
                    <a:pt x="3927" y="102137"/>
                  </a:cubicBezTo>
                  <a:cubicBezTo>
                    <a:pt x="-734" y="75659"/>
                    <a:pt x="-2892" y="51837"/>
                    <a:pt x="12743" y="28964"/>
                  </a:cubicBezTo>
                  <a:cubicBezTo>
                    <a:pt x="39804" y="3599"/>
                    <a:pt x="59926" y="-2946"/>
                    <a:pt x="97688" y="1678"/>
                  </a:cubicBezTo>
                  <a:close/>
                </a:path>
              </a:pathLst>
            </a:custGeom>
            <a:solidFill>
              <a:srgbClr val="050707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7799F07-8DEB-EEFB-58EF-EC2EAF3D5BDA}"/>
                </a:ext>
              </a:extLst>
            </p:cNvPr>
            <p:cNvSpPr/>
            <p:nvPr/>
          </p:nvSpPr>
          <p:spPr>
            <a:xfrm>
              <a:off x="11089031" y="4428179"/>
              <a:ext cx="23940" cy="20726"/>
            </a:xfrm>
            <a:custGeom>
              <a:avLst/>
              <a:gdLst>
                <a:gd name="csX0" fmla="*/ 38604 w 53578"/>
                <a:gd name="csY0" fmla="*/ 1191 h 45673"/>
                <a:gd name="csX1" fmla="*/ 54092 w 53578"/>
                <a:gd name="csY1" fmla="*/ 5796 h 45673"/>
                <a:gd name="csX2" fmla="*/ 47395 w 53578"/>
                <a:gd name="csY2" fmla="*/ 45979 h 45673"/>
                <a:gd name="csX3" fmla="*/ 7211 w 53578"/>
                <a:gd name="csY3" fmla="*/ 45979 h 45673"/>
                <a:gd name="csX4" fmla="*/ 514 w 53578"/>
                <a:gd name="csY4" fmla="*/ 19190 h 45673"/>
                <a:gd name="csX5" fmla="*/ 38604 w 53578"/>
                <a:gd name="csY5" fmla="*/ 1191 h 45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53578" h="45673">
                  <a:moveTo>
                    <a:pt x="38604" y="1191"/>
                  </a:moveTo>
                  <a:cubicBezTo>
                    <a:pt x="46271" y="3471"/>
                    <a:pt x="46271" y="3471"/>
                    <a:pt x="54092" y="5796"/>
                  </a:cubicBezTo>
                  <a:cubicBezTo>
                    <a:pt x="51882" y="19056"/>
                    <a:pt x="49672" y="32317"/>
                    <a:pt x="47395" y="45979"/>
                  </a:cubicBezTo>
                  <a:cubicBezTo>
                    <a:pt x="34134" y="45979"/>
                    <a:pt x="20873" y="45979"/>
                    <a:pt x="7211" y="45979"/>
                  </a:cubicBezTo>
                  <a:cubicBezTo>
                    <a:pt x="2607" y="33841"/>
                    <a:pt x="2607" y="33841"/>
                    <a:pt x="514" y="19190"/>
                  </a:cubicBezTo>
                  <a:cubicBezTo>
                    <a:pt x="11996" y="692"/>
                    <a:pt x="16759" y="-1349"/>
                    <a:pt x="38604" y="1191"/>
                  </a:cubicBezTo>
                  <a:close/>
                </a:path>
              </a:pathLst>
            </a:custGeom>
            <a:solidFill>
              <a:srgbClr val="ECEDEE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B906DCF-923B-19E4-6A25-9F4CCF4788C5}"/>
                </a:ext>
              </a:extLst>
            </p:cNvPr>
            <p:cNvSpPr/>
            <p:nvPr/>
          </p:nvSpPr>
          <p:spPr>
            <a:xfrm>
              <a:off x="11322985" y="5338973"/>
              <a:ext cx="165729" cy="194505"/>
            </a:xfrm>
            <a:custGeom>
              <a:avLst/>
              <a:gdLst>
                <a:gd name="csX0" fmla="*/ 270442 w 370900"/>
                <a:gd name="csY0" fmla="*/ 0 h 428625"/>
                <a:gd name="csX1" fmla="*/ 316901 w 370900"/>
                <a:gd name="csY1" fmla="*/ 22603 h 428625"/>
                <a:gd name="csX2" fmla="*/ 330282 w 370900"/>
                <a:gd name="csY2" fmla="*/ 29039 h 428625"/>
                <a:gd name="csX3" fmla="*/ 370901 w 370900"/>
                <a:gd name="csY3" fmla="*/ 60275 h 428625"/>
                <a:gd name="csX4" fmla="*/ 297231 w 370900"/>
                <a:gd name="csY4" fmla="*/ 100459 h 428625"/>
                <a:gd name="csX5" fmla="*/ 337414 w 370900"/>
                <a:gd name="csY5" fmla="*/ 154037 h 428625"/>
                <a:gd name="csX6" fmla="*/ 315153 w 370900"/>
                <a:gd name="csY6" fmla="*/ 153387 h 428625"/>
                <a:gd name="csX7" fmla="*/ 216153 w 370900"/>
                <a:gd name="csY7" fmla="*/ 173191 h 428625"/>
                <a:gd name="csX8" fmla="*/ 196772 w 370900"/>
                <a:gd name="csY8" fmla="*/ 221010 h 428625"/>
                <a:gd name="csX9" fmla="*/ 189498 w 370900"/>
                <a:gd name="csY9" fmla="*/ 240291 h 428625"/>
                <a:gd name="csX10" fmla="*/ 196772 w 370900"/>
                <a:gd name="csY10" fmla="*/ 421928 h 428625"/>
                <a:gd name="csX11" fmla="*/ 136496 w 370900"/>
                <a:gd name="csY11" fmla="*/ 401836 h 428625"/>
                <a:gd name="csX12" fmla="*/ 98402 w 370900"/>
                <a:gd name="csY12" fmla="*/ 397650 h 428625"/>
                <a:gd name="csX13" fmla="*/ 78237 w 370900"/>
                <a:gd name="csY13" fmla="*/ 396136 h 428625"/>
                <a:gd name="csX14" fmla="*/ 62826 w 370900"/>
                <a:gd name="csY14" fmla="*/ 395139 h 428625"/>
                <a:gd name="csX15" fmla="*/ 62826 w 370900"/>
                <a:gd name="csY15" fmla="*/ 428625 h 428625"/>
                <a:gd name="csX16" fmla="*/ 2551 w 370900"/>
                <a:gd name="csY16" fmla="*/ 348258 h 428625"/>
                <a:gd name="csX17" fmla="*/ 57093 w 370900"/>
                <a:gd name="csY17" fmla="*/ 146998 h 428625"/>
                <a:gd name="csX18" fmla="*/ 188815 w 370900"/>
                <a:gd name="csY18" fmla="*/ 51904 h 428625"/>
                <a:gd name="csX19" fmla="*/ 226622 w 370900"/>
                <a:gd name="csY19" fmla="*/ 30874 h 428625"/>
                <a:gd name="csX20" fmla="*/ 243358 w 370900"/>
                <a:gd name="csY20" fmla="*/ 21659 h 428625"/>
                <a:gd name="csX21" fmla="*/ 270442 w 370900"/>
                <a:gd name="csY21" fmla="*/ 0 h 428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370900" h="428625">
                  <a:moveTo>
                    <a:pt x="270442" y="0"/>
                  </a:moveTo>
                  <a:cubicBezTo>
                    <a:pt x="285952" y="7487"/>
                    <a:pt x="301436" y="15028"/>
                    <a:pt x="316901" y="22603"/>
                  </a:cubicBezTo>
                  <a:cubicBezTo>
                    <a:pt x="321321" y="24726"/>
                    <a:pt x="325734" y="26849"/>
                    <a:pt x="330282" y="29039"/>
                  </a:cubicBezTo>
                  <a:cubicBezTo>
                    <a:pt x="363447" y="45367"/>
                    <a:pt x="363447" y="45367"/>
                    <a:pt x="370901" y="60275"/>
                  </a:cubicBezTo>
                  <a:cubicBezTo>
                    <a:pt x="346589" y="73536"/>
                    <a:pt x="322278" y="86796"/>
                    <a:pt x="297231" y="100459"/>
                  </a:cubicBezTo>
                  <a:cubicBezTo>
                    <a:pt x="310491" y="118139"/>
                    <a:pt x="323752" y="135820"/>
                    <a:pt x="337414" y="154037"/>
                  </a:cubicBezTo>
                  <a:cubicBezTo>
                    <a:pt x="330067" y="153823"/>
                    <a:pt x="322721" y="153608"/>
                    <a:pt x="315153" y="153387"/>
                  </a:cubicBezTo>
                  <a:cubicBezTo>
                    <a:pt x="261956" y="151405"/>
                    <a:pt x="261956" y="151405"/>
                    <a:pt x="216153" y="173191"/>
                  </a:cubicBezTo>
                  <a:cubicBezTo>
                    <a:pt x="207481" y="189097"/>
                    <a:pt x="201788" y="203610"/>
                    <a:pt x="196772" y="221010"/>
                  </a:cubicBezTo>
                  <a:cubicBezTo>
                    <a:pt x="194374" y="227372"/>
                    <a:pt x="191970" y="233734"/>
                    <a:pt x="189498" y="240291"/>
                  </a:cubicBezTo>
                  <a:cubicBezTo>
                    <a:pt x="172427" y="298591"/>
                    <a:pt x="181810" y="363949"/>
                    <a:pt x="196772" y="421928"/>
                  </a:cubicBezTo>
                  <a:cubicBezTo>
                    <a:pt x="171757" y="418592"/>
                    <a:pt x="157847" y="416068"/>
                    <a:pt x="136496" y="401836"/>
                  </a:cubicBezTo>
                  <a:cubicBezTo>
                    <a:pt x="118152" y="398769"/>
                    <a:pt x="118152" y="398769"/>
                    <a:pt x="98402" y="397650"/>
                  </a:cubicBezTo>
                  <a:cubicBezTo>
                    <a:pt x="91752" y="397148"/>
                    <a:pt x="85095" y="396652"/>
                    <a:pt x="78237" y="396136"/>
                  </a:cubicBezTo>
                  <a:cubicBezTo>
                    <a:pt x="73147" y="395808"/>
                    <a:pt x="68063" y="395480"/>
                    <a:pt x="62826" y="395139"/>
                  </a:cubicBezTo>
                  <a:cubicBezTo>
                    <a:pt x="62826" y="406189"/>
                    <a:pt x="62826" y="417240"/>
                    <a:pt x="62826" y="428625"/>
                  </a:cubicBezTo>
                  <a:cubicBezTo>
                    <a:pt x="30901" y="407341"/>
                    <a:pt x="13374" y="384731"/>
                    <a:pt x="2551" y="348258"/>
                  </a:cubicBezTo>
                  <a:cubicBezTo>
                    <a:pt x="-7153" y="272384"/>
                    <a:pt x="10788" y="207428"/>
                    <a:pt x="57093" y="146998"/>
                  </a:cubicBezTo>
                  <a:cubicBezTo>
                    <a:pt x="96025" y="106111"/>
                    <a:pt x="139517" y="78988"/>
                    <a:pt x="188815" y="51904"/>
                  </a:cubicBezTo>
                  <a:cubicBezTo>
                    <a:pt x="201426" y="44912"/>
                    <a:pt x="214031" y="37900"/>
                    <a:pt x="226622" y="30874"/>
                  </a:cubicBezTo>
                  <a:cubicBezTo>
                    <a:pt x="232146" y="27827"/>
                    <a:pt x="237665" y="24787"/>
                    <a:pt x="243358" y="21659"/>
                  </a:cubicBezTo>
                  <a:cubicBezTo>
                    <a:pt x="257864" y="13649"/>
                    <a:pt x="257864" y="13649"/>
                    <a:pt x="270442" y="0"/>
                  </a:cubicBezTo>
                  <a:close/>
                </a:path>
              </a:pathLst>
            </a:custGeom>
            <a:solidFill>
              <a:srgbClr val="3EA0D7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20FE8F6-95F8-157C-85E0-AAEF8C690D09}"/>
                </a:ext>
              </a:extLst>
            </p:cNvPr>
            <p:cNvSpPr/>
            <p:nvPr/>
          </p:nvSpPr>
          <p:spPr>
            <a:xfrm>
              <a:off x="10893282" y="4414051"/>
              <a:ext cx="349785" cy="556005"/>
            </a:xfrm>
            <a:custGeom>
              <a:avLst/>
              <a:gdLst>
                <a:gd name="csX0" fmla="*/ 297484 w 782817"/>
                <a:gd name="csY0" fmla="*/ 284239 h 1225253"/>
                <a:gd name="csX1" fmla="*/ 218370 w 782817"/>
                <a:gd name="csY1" fmla="*/ 431136 h 1225253"/>
                <a:gd name="csX2" fmla="*/ 5 w 782817"/>
                <a:gd name="csY2" fmla="*/ 520009 h 1225253"/>
                <a:gd name="csX3" fmla="*/ 56162 w 782817"/>
                <a:gd name="csY3" fmla="*/ 1068830 h 1225253"/>
                <a:gd name="csX4" fmla="*/ 107804 w 782817"/>
                <a:gd name="csY4" fmla="*/ 1142922 h 1225253"/>
                <a:gd name="csX5" fmla="*/ 549690 w 782817"/>
                <a:gd name="csY5" fmla="*/ 1021936 h 1225253"/>
                <a:gd name="csX6" fmla="*/ 574885 w 782817"/>
                <a:gd name="csY6" fmla="*/ 892049 h 1225253"/>
                <a:gd name="csX7" fmla="*/ 753327 w 782817"/>
                <a:gd name="csY7" fmla="*/ 602540 h 1225253"/>
                <a:gd name="csX8" fmla="*/ 575227 w 782817"/>
                <a:gd name="csY8" fmla="*/ 0 h 1225253"/>
                <a:gd name="csX9" fmla="*/ 600857 w 782817"/>
                <a:gd name="csY9" fmla="*/ 65158 h 1225253"/>
                <a:gd name="csX10" fmla="*/ 458801 w 782817"/>
                <a:gd name="csY10" fmla="*/ 243372 h 1225253"/>
                <a:gd name="csX11" fmla="*/ 297484 w 782817"/>
                <a:gd name="csY11" fmla="*/ 284239 h 12252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82817" h="1225253">
                  <a:moveTo>
                    <a:pt x="297484" y="284239"/>
                  </a:moveTo>
                  <a:cubicBezTo>
                    <a:pt x="303170" y="322326"/>
                    <a:pt x="239734" y="430326"/>
                    <a:pt x="218370" y="431136"/>
                  </a:cubicBezTo>
                  <a:cubicBezTo>
                    <a:pt x="230465" y="428116"/>
                    <a:pt x="31750" y="518810"/>
                    <a:pt x="5" y="520009"/>
                  </a:cubicBezTo>
                  <a:cubicBezTo>
                    <a:pt x="-571" y="520297"/>
                    <a:pt x="45754" y="1074034"/>
                    <a:pt x="56162" y="1068830"/>
                  </a:cubicBezTo>
                  <a:cubicBezTo>
                    <a:pt x="54025" y="1068830"/>
                    <a:pt x="102052" y="1142922"/>
                    <a:pt x="107804" y="1142922"/>
                  </a:cubicBezTo>
                  <a:cubicBezTo>
                    <a:pt x="214880" y="1301841"/>
                    <a:pt x="542825" y="1213953"/>
                    <a:pt x="549690" y="1021936"/>
                  </a:cubicBezTo>
                  <a:cubicBezTo>
                    <a:pt x="544915" y="1026711"/>
                    <a:pt x="573814" y="893121"/>
                    <a:pt x="574885" y="892049"/>
                  </a:cubicBezTo>
                  <a:cubicBezTo>
                    <a:pt x="576439" y="902919"/>
                    <a:pt x="740689" y="673450"/>
                    <a:pt x="753327" y="602540"/>
                  </a:cubicBezTo>
                  <a:cubicBezTo>
                    <a:pt x="845482" y="439327"/>
                    <a:pt x="703680" y="4427"/>
                    <a:pt x="575227" y="0"/>
                  </a:cubicBezTo>
                  <a:lnTo>
                    <a:pt x="600857" y="65158"/>
                  </a:lnTo>
                  <a:cubicBezTo>
                    <a:pt x="622891" y="145893"/>
                    <a:pt x="526980" y="230640"/>
                    <a:pt x="458801" y="243372"/>
                  </a:cubicBezTo>
                  <a:cubicBezTo>
                    <a:pt x="442520" y="246493"/>
                    <a:pt x="314777" y="299093"/>
                    <a:pt x="297484" y="284239"/>
                  </a:cubicBezTo>
                  <a:close/>
                </a:path>
              </a:pathLst>
            </a:custGeom>
            <a:solidFill>
              <a:srgbClr val="FFFFFF"/>
            </a:solidFill>
            <a:ln w="6697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C30A0EF-7836-3C9B-6D4E-ECA16F7AE0A5}"/>
                </a:ext>
              </a:extLst>
            </p:cNvPr>
            <p:cNvSpPr/>
            <p:nvPr/>
          </p:nvSpPr>
          <p:spPr>
            <a:xfrm>
              <a:off x="11181767" y="4729909"/>
              <a:ext cx="589091" cy="650022"/>
            </a:xfrm>
            <a:custGeom>
              <a:avLst/>
              <a:gdLst>
                <a:gd name="csX0" fmla="*/ 403584 w 1318383"/>
                <a:gd name="csY0" fmla="*/ 0 h 1432437"/>
                <a:gd name="csX1" fmla="*/ 0 w 1318383"/>
                <a:gd name="csY1" fmla="*/ 412799 h 1432437"/>
                <a:gd name="csX2" fmla="*/ 1315035 w 1318383"/>
                <a:gd name="csY2" fmla="*/ 1394819 h 1432437"/>
                <a:gd name="csX3" fmla="*/ 403584 w 1318383"/>
                <a:gd name="csY3" fmla="*/ 0 h 14324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18383" h="1432437">
                  <a:moveTo>
                    <a:pt x="403584" y="0"/>
                  </a:moveTo>
                  <a:cubicBezTo>
                    <a:pt x="125721" y="29441"/>
                    <a:pt x="81974" y="98523"/>
                    <a:pt x="0" y="412799"/>
                  </a:cubicBezTo>
                  <a:cubicBezTo>
                    <a:pt x="9704" y="858375"/>
                    <a:pt x="1319020" y="1608991"/>
                    <a:pt x="1315035" y="1394819"/>
                  </a:cubicBezTo>
                  <a:cubicBezTo>
                    <a:pt x="1366617" y="921966"/>
                    <a:pt x="811260" y="69437"/>
                    <a:pt x="403584" y="0"/>
                  </a:cubicBezTo>
                  <a:close/>
                </a:path>
              </a:pathLst>
            </a:custGeom>
            <a:solidFill>
              <a:srgbClr val="010101"/>
            </a:solidFill>
            <a:ln w="6697" cap="flat">
              <a:noFill/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327E3B5-F41C-A3E4-E3C5-D42940CF3254}"/>
              </a:ext>
            </a:extLst>
          </p:cNvPr>
          <p:cNvSpPr/>
          <p:nvPr userDrawn="1"/>
        </p:nvSpPr>
        <p:spPr>
          <a:xfrm>
            <a:off x="7805530" y="2875722"/>
            <a:ext cx="4386470" cy="3485321"/>
          </a:xfrm>
          <a:prstGeom prst="rect">
            <a:avLst/>
          </a:prstGeom>
          <a:solidFill>
            <a:srgbClr val="F2CFEE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849569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4CEED-D3FB-7E97-2B9E-183348B38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92C99-2A5D-D090-46A8-075CBA594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9662-DA5C-2099-EE51-8B4DDF50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C7C49-9ED6-473B-63B8-FB6BAAB67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B57CC-CE5A-B71A-61CF-D83B6E09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714449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5371-2A35-46CF-C82E-50333A967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23F6D-91B4-6F9D-4362-D46CEB40A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2233E-6338-A716-F361-514E7F961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34D32-240A-2B46-B764-F7D16DD12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5A6F2-AE46-D8E6-F102-5B2792F62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006325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02BF9-FB2B-A96B-D24A-CC682DFF5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0321A-47BB-94D5-E264-D53A2056F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A55A5-4899-A64A-115D-E39104A4F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CFA2E-3AFA-BDBD-C6F3-D7A199BB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C746D-7CC3-86AD-99C1-D48B1C613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511E1-28DE-0231-6E3D-286B06626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34602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7F85-9D35-B395-A322-013FA42C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9EB50-2C20-7A03-6766-04D4E9CAB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7D9E0-B44B-AFC5-4CA3-2E48B1F45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952AF-B2A6-EF9D-3116-F5203C5E8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865947-5907-9F33-92B5-D58AA972A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65EC4-417E-989E-C124-14317ECE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4759A5-8E63-EB80-07EE-9C9829C5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3A5307-9CDC-3523-BE32-D8479CCA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554309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A3295-E4EF-4440-A55F-B590052A7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12263-598F-1771-12FF-65EC195C6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09E2E7-C0BC-12AE-212A-F2467B2F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CCC01-B4F9-1E3F-6A9E-AFD67462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605079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6B43AE-2D41-53ED-B5CB-3057C034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9EA57-D287-DC43-7C1E-90B38FB0F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B8372-C73F-9834-0062-091A8655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843920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ABDFE-EAA1-8FA6-DC74-865C3F1DA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AC98A-39E2-955D-85C7-0C64BA817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E829D-0832-4C21-E5D9-6D1A54FE2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D8B7A-ABA5-86B1-7954-53ECB7206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38E74-5759-3011-F576-BDD3A5EC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A2501-961C-36BB-0B8E-9E85E0F7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23402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732D-B6E5-2BBE-4666-B0E87BDCC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661526-D918-47EA-392F-4B765653F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AB9CD-385E-A82C-938D-0B1C0A8B0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926D1-81F4-5E9A-044B-B631FF68E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93747-50FE-739B-77A9-1F1C47F52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1B2D0-374F-7EC8-41E7-342DDB88B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88314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C0B76-8BED-BDBE-540E-A48335CE7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BE054-7028-5422-43B2-452A423C4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8E334-6B86-02B2-9ACB-E328A6E82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849FD-1EAB-89C8-BC31-F48B1E9FE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8D3F9-1594-829D-257F-D5EFB4DCA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30752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0D614-E702-666C-F22A-5E412FE97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3457C-60AA-48B3-5974-8A2E11310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7A0CF-5F1E-A41E-3D5A-C829F69D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56279-4E7E-428C-2E80-F2175D9FE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24C7F-128C-3705-C657-CF9A150E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49751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D4D14-7F6F-E784-C78A-5003F276A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977EF-6C97-4824-E842-EACC3000A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92532-840B-63B6-5BD2-6570D7BF3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A06C7-1182-4080-81AA-EA57A5786FB3}" type="datetimeFigureOut">
              <a:rPr lang="de-AT" smtClean="0"/>
              <a:t>11.01.2026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C5047-A0CE-774B-B9EB-88CE4F4DE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1A090-5B02-9842-F188-6B0750D4F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636C6-00B2-4D57-9FD4-B864777B03DA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371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0C9255A3-17AD-3BF0-0CBC-3095F62D13D3}"/>
              </a:ext>
            </a:extLst>
          </p:cNvPr>
          <p:cNvSpPr/>
          <p:nvPr/>
        </p:nvSpPr>
        <p:spPr>
          <a:xfrm>
            <a:off x="11524967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0EA8CA87-46A2-1841-0239-526B78E47425}"/>
              </a:ext>
            </a:extLst>
          </p:cNvPr>
          <p:cNvSpPr/>
          <p:nvPr/>
        </p:nvSpPr>
        <p:spPr>
          <a:xfrm>
            <a:off x="11643816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A957B59B-DE97-2AA3-AB85-18E4A9E76BD9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3CB1A4FE-FCA8-EE92-DF47-07E6BDD12898}"/>
              </a:ext>
            </a:extLst>
          </p:cNvPr>
          <p:cNvSpPr/>
          <p:nvPr/>
        </p:nvSpPr>
        <p:spPr>
          <a:xfrm>
            <a:off x="11314866" y="53454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0FE90BFF-ECE2-B7BE-138D-B0EB3162083A}"/>
              </a:ext>
            </a:extLst>
          </p:cNvPr>
          <p:cNvSpPr/>
          <p:nvPr/>
        </p:nvSpPr>
        <p:spPr>
          <a:xfrm>
            <a:off x="11103243" y="53398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481595EF-83F9-7B19-CB1A-65E3DCBB9AD1}"/>
              </a:ext>
            </a:extLst>
          </p:cNvPr>
          <p:cNvSpPr/>
          <p:nvPr/>
        </p:nvSpPr>
        <p:spPr>
          <a:xfrm>
            <a:off x="10850686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0A2A7AD4-ADE9-964E-45CF-F0587395E8C6}"/>
              </a:ext>
            </a:extLst>
          </p:cNvPr>
          <p:cNvSpPr/>
          <p:nvPr/>
        </p:nvSpPr>
        <p:spPr>
          <a:xfrm>
            <a:off x="10880631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58E5BE4A-0406-8C31-2A40-1654FA406AE8}"/>
              </a:ext>
            </a:extLst>
          </p:cNvPr>
          <p:cNvSpPr/>
          <p:nvPr/>
        </p:nvSpPr>
        <p:spPr>
          <a:xfrm>
            <a:off x="11187560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031F1021-4103-F16F-8AA9-4FA495BD4528}"/>
              </a:ext>
            </a:extLst>
          </p:cNvPr>
          <p:cNvSpPr/>
          <p:nvPr/>
        </p:nvSpPr>
        <p:spPr>
          <a:xfrm>
            <a:off x="11185522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C75EBEFA-FD24-4CD3-7F71-4B85A023D3EE}"/>
              </a:ext>
            </a:extLst>
          </p:cNvPr>
          <p:cNvSpPr/>
          <p:nvPr/>
        </p:nvSpPr>
        <p:spPr>
          <a:xfrm>
            <a:off x="10210256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28267082-73FD-9C7E-D4A6-5C81A7E44E16}"/>
              </a:ext>
            </a:extLst>
          </p:cNvPr>
          <p:cNvSpPr/>
          <p:nvPr/>
        </p:nvSpPr>
        <p:spPr>
          <a:xfrm>
            <a:off x="10215530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375519E9-B443-3A69-A9EA-8BC25849FE3E}"/>
              </a:ext>
            </a:extLst>
          </p:cNvPr>
          <p:cNvSpPr/>
          <p:nvPr/>
        </p:nvSpPr>
        <p:spPr>
          <a:xfrm>
            <a:off x="10189362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9DE3358C-1A42-C7A3-BA88-50F42905E936}"/>
              </a:ext>
            </a:extLst>
          </p:cNvPr>
          <p:cNvSpPr/>
          <p:nvPr/>
        </p:nvSpPr>
        <p:spPr>
          <a:xfrm>
            <a:off x="10189362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25408E5F-DB09-8AB3-233D-1DA4436DEE05}"/>
              </a:ext>
            </a:extLst>
          </p:cNvPr>
          <p:cNvSpPr/>
          <p:nvPr/>
        </p:nvSpPr>
        <p:spPr>
          <a:xfrm>
            <a:off x="10189362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7A31F2B0-A842-DBCC-81B8-283021062074}"/>
              </a:ext>
            </a:extLst>
          </p:cNvPr>
          <p:cNvSpPr/>
          <p:nvPr/>
        </p:nvSpPr>
        <p:spPr>
          <a:xfrm>
            <a:off x="10264964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F612AABC-D0A0-B453-FC7B-078739EE1746}"/>
              </a:ext>
            </a:extLst>
          </p:cNvPr>
          <p:cNvSpPr/>
          <p:nvPr/>
        </p:nvSpPr>
        <p:spPr>
          <a:xfrm>
            <a:off x="11005431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237DFEA6-261A-F93B-3AE6-2244AF82081C}"/>
              </a:ext>
            </a:extLst>
          </p:cNvPr>
          <p:cNvSpPr/>
          <p:nvPr/>
        </p:nvSpPr>
        <p:spPr>
          <a:xfrm>
            <a:off x="11028738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0AC5A2B5-3C4C-1EE0-323D-FB39D7592A76}"/>
              </a:ext>
            </a:extLst>
          </p:cNvPr>
          <p:cNvSpPr/>
          <p:nvPr/>
        </p:nvSpPr>
        <p:spPr>
          <a:xfrm>
            <a:off x="11040613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61098DEE-577D-DF8A-4B62-EAB7F6F0F185}"/>
              </a:ext>
            </a:extLst>
          </p:cNvPr>
          <p:cNvSpPr/>
          <p:nvPr/>
        </p:nvSpPr>
        <p:spPr>
          <a:xfrm>
            <a:off x="11078445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01118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5000">
        <p159:morph option="byObject"/>
      </p:transition>
    </mc:Choice>
    <mc:Fallback>
      <p:transition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D9715-1670-4927-027B-DF9F87A9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81975FB9-59E1-94B9-57C3-F34D88A1C334}"/>
              </a:ext>
            </a:extLst>
          </p:cNvPr>
          <p:cNvSpPr/>
          <p:nvPr/>
        </p:nvSpPr>
        <p:spPr>
          <a:xfrm>
            <a:off x="11524967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97C4A37F-FB39-47E5-FFF2-001F88449F07}"/>
              </a:ext>
            </a:extLst>
          </p:cNvPr>
          <p:cNvSpPr/>
          <p:nvPr/>
        </p:nvSpPr>
        <p:spPr>
          <a:xfrm>
            <a:off x="11643816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0592409A-2E01-279E-2ECC-BD502BF487F6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899096F2-CA3F-2442-3231-8D8B2B910CE7}"/>
              </a:ext>
            </a:extLst>
          </p:cNvPr>
          <p:cNvSpPr/>
          <p:nvPr/>
        </p:nvSpPr>
        <p:spPr>
          <a:xfrm>
            <a:off x="11314866" y="53454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A0EADA18-3076-D261-0DB0-08881AF53E74}"/>
              </a:ext>
            </a:extLst>
          </p:cNvPr>
          <p:cNvSpPr/>
          <p:nvPr/>
        </p:nvSpPr>
        <p:spPr>
          <a:xfrm>
            <a:off x="11037276" y="5343991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39EFB04B-4245-7851-19E4-BAD018997897}"/>
              </a:ext>
            </a:extLst>
          </p:cNvPr>
          <p:cNvSpPr/>
          <p:nvPr/>
        </p:nvSpPr>
        <p:spPr>
          <a:xfrm>
            <a:off x="10850686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B2045444-891F-F9DF-FFC1-146DE81F5162}"/>
              </a:ext>
            </a:extLst>
          </p:cNvPr>
          <p:cNvSpPr/>
          <p:nvPr/>
        </p:nvSpPr>
        <p:spPr>
          <a:xfrm>
            <a:off x="10880631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E5755B79-F70F-9706-E2D9-372BB86A8D82}"/>
              </a:ext>
            </a:extLst>
          </p:cNvPr>
          <p:cNvSpPr/>
          <p:nvPr/>
        </p:nvSpPr>
        <p:spPr>
          <a:xfrm>
            <a:off x="11187560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212B53E8-69A3-F279-D970-6FEF8F7C8184}"/>
              </a:ext>
            </a:extLst>
          </p:cNvPr>
          <p:cNvSpPr/>
          <p:nvPr/>
        </p:nvSpPr>
        <p:spPr>
          <a:xfrm>
            <a:off x="11185522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8B25A184-C8EA-AFAC-8C3B-4CF09FC0DD0A}"/>
              </a:ext>
            </a:extLst>
          </p:cNvPr>
          <p:cNvSpPr/>
          <p:nvPr/>
        </p:nvSpPr>
        <p:spPr>
          <a:xfrm>
            <a:off x="10210256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DAAEEF96-EC27-1A22-80DA-5462F803BD17}"/>
              </a:ext>
            </a:extLst>
          </p:cNvPr>
          <p:cNvSpPr/>
          <p:nvPr/>
        </p:nvSpPr>
        <p:spPr>
          <a:xfrm>
            <a:off x="10215530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B0D68E74-5013-49DB-E62D-F968F08411FE}"/>
              </a:ext>
            </a:extLst>
          </p:cNvPr>
          <p:cNvSpPr/>
          <p:nvPr/>
        </p:nvSpPr>
        <p:spPr>
          <a:xfrm>
            <a:off x="10189362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245C36A3-9F39-D4F8-0797-2D7520E76D1C}"/>
              </a:ext>
            </a:extLst>
          </p:cNvPr>
          <p:cNvSpPr/>
          <p:nvPr/>
        </p:nvSpPr>
        <p:spPr>
          <a:xfrm>
            <a:off x="10189362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2F42151F-9E96-33DF-1D7A-00E42B370F3A}"/>
              </a:ext>
            </a:extLst>
          </p:cNvPr>
          <p:cNvSpPr/>
          <p:nvPr/>
        </p:nvSpPr>
        <p:spPr>
          <a:xfrm>
            <a:off x="10189362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45D8F417-82D6-BE28-BCC9-38C7D42A1356}"/>
              </a:ext>
            </a:extLst>
          </p:cNvPr>
          <p:cNvSpPr/>
          <p:nvPr/>
        </p:nvSpPr>
        <p:spPr>
          <a:xfrm>
            <a:off x="10264964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1E5A8295-C3BA-E217-DE51-4033F0197764}"/>
              </a:ext>
            </a:extLst>
          </p:cNvPr>
          <p:cNvSpPr/>
          <p:nvPr/>
        </p:nvSpPr>
        <p:spPr>
          <a:xfrm>
            <a:off x="11005431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2FD635EA-A894-173A-C3B8-94180BA2CBBF}"/>
              </a:ext>
            </a:extLst>
          </p:cNvPr>
          <p:cNvSpPr/>
          <p:nvPr/>
        </p:nvSpPr>
        <p:spPr>
          <a:xfrm>
            <a:off x="11028738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A470AF17-68FE-EE99-F9C6-444D808F1D3C}"/>
              </a:ext>
            </a:extLst>
          </p:cNvPr>
          <p:cNvSpPr/>
          <p:nvPr/>
        </p:nvSpPr>
        <p:spPr>
          <a:xfrm>
            <a:off x="11040613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F48A1AB9-F6AE-A9C2-46F9-09835235A194}"/>
              </a:ext>
            </a:extLst>
          </p:cNvPr>
          <p:cNvSpPr/>
          <p:nvPr/>
        </p:nvSpPr>
        <p:spPr>
          <a:xfrm>
            <a:off x="11078445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846848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BF508-2937-9918-495B-333272949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A0CA7431-0BAE-5BC9-B9BF-945F39BD6F24}"/>
              </a:ext>
            </a:extLst>
          </p:cNvPr>
          <p:cNvSpPr/>
          <p:nvPr/>
        </p:nvSpPr>
        <p:spPr>
          <a:xfrm>
            <a:off x="11524967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EB32B4E9-3758-C948-5522-CC99DADE3783}"/>
              </a:ext>
            </a:extLst>
          </p:cNvPr>
          <p:cNvSpPr/>
          <p:nvPr/>
        </p:nvSpPr>
        <p:spPr>
          <a:xfrm>
            <a:off x="11643816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53AF64B7-23BB-3510-B210-2B503D6710EC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E1DF682F-900E-69E9-FD58-94DF367EF0AA}"/>
              </a:ext>
            </a:extLst>
          </p:cNvPr>
          <p:cNvSpPr/>
          <p:nvPr/>
        </p:nvSpPr>
        <p:spPr>
          <a:xfrm>
            <a:off x="11037276" y="5343991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35082D08-F947-2A2E-41CC-D4EBF49CCCAE}"/>
              </a:ext>
            </a:extLst>
          </p:cNvPr>
          <p:cNvSpPr/>
          <p:nvPr/>
        </p:nvSpPr>
        <p:spPr>
          <a:xfrm>
            <a:off x="10850686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F30A297D-290A-35F9-C265-3B554699DADE}"/>
              </a:ext>
            </a:extLst>
          </p:cNvPr>
          <p:cNvSpPr/>
          <p:nvPr/>
        </p:nvSpPr>
        <p:spPr>
          <a:xfrm>
            <a:off x="10880631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3C56FA88-13A9-BFFE-735D-BF4D2A986EE3}"/>
              </a:ext>
            </a:extLst>
          </p:cNvPr>
          <p:cNvSpPr/>
          <p:nvPr/>
        </p:nvSpPr>
        <p:spPr>
          <a:xfrm>
            <a:off x="11187560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E061C1F1-65D2-12DE-89EC-001CF76B8C4B}"/>
              </a:ext>
            </a:extLst>
          </p:cNvPr>
          <p:cNvSpPr/>
          <p:nvPr/>
        </p:nvSpPr>
        <p:spPr>
          <a:xfrm>
            <a:off x="11185522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1BE6B133-3806-43E1-3E79-5B9A5BF1A562}"/>
              </a:ext>
            </a:extLst>
          </p:cNvPr>
          <p:cNvSpPr/>
          <p:nvPr/>
        </p:nvSpPr>
        <p:spPr>
          <a:xfrm>
            <a:off x="10210256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94C9F129-7C46-8550-A281-B009597A0BB2}"/>
              </a:ext>
            </a:extLst>
          </p:cNvPr>
          <p:cNvSpPr/>
          <p:nvPr/>
        </p:nvSpPr>
        <p:spPr>
          <a:xfrm>
            <a:off x="10215530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77529977-AAE1-159A-5332-4CE94C6887B1}"/>
              </a:ext>
            </a:extLst>
          </p:cNvPr>
          <p:cNvSpPr/>
          <p:nvPr/>
        </p:nvSpPr>
        <p:spPr>
          <a:xfrm>
            <a:off x="10189362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A53B9323-9BA0-48C2-84C3-ED71B953D987}"/>
              </a:ext>
            </a:extLst>
          </p:cNvPr>
          <p:cNvSpPr/>
          <p:nvPr/>
        </p:nvSpPr>
        <p:spPr>
          <a:xfrm>
            <a:off x="10189362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2AEC8428-C827-7751-8AEC-62B2A67DED7F}"/>
              </a:ext>
            </a:extLst>
          </p:cNvPr>
          <p:cNvSpPr/>
          <p:nvPr/>
        </p:nvSpPr>
        <p:spPr>
          <a:xfrm>
            <a:off x="10189362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301B7F70-C018-3A03-3EA5-0EF19D499FDD}"/>
              </a:ext>
            </a:extLst>
          </p:cNvPr>
          <p:cNvSpPr/>
          <p:nvPr/>
        </p:nvSpPr>
        <p:spPr>
          <a:xfrm>
            <a:off x="10264964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8AEDB779-7886-C4B6-8B67-81391F4AACF1}"/>
              </a:ext>
            </a:extLst>
          </p:cNvPr>
          <p:cNvSpPr/>
          <p:nvPr/>
        </p:nvSpPr>
        <p:spPr>
          <a:xfrm>
            <a:off x="11005431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13C6D661-167F-4BFA-97B1-A3A43F69F779}"/>
              </a:ext>
            </a:extLst>
          </p:cNvPr>
          <p:cNvSpPr/>
          <p:nvPr/>
        </p:nvSpPr>
        <p:spPr>
          <a:xfrm>
            <a:off x="11028738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FAE00883-9E12-EB2A-1EFF-08739E704EBD}"/>
              </a:ext>
            </a:extLst>
          </p:cNvPr>
          <p:cNvSpPr/>
          <p:nvPr/>
        </p:nvSpPr>
        <p:spPr>
          <a:xfrm>
            <a:off x="11040613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9FC33886-0174-E3E7-5B56-3769F04C1F88}"/>
              </a:ext>
            </a:extLst>
          </p:cNvPr>
          <p:cNvSpPr/>
          <p:nvPr/>
        </p:nvSpPr>
        <p:spPr>
          <a:xfrm>
            <a:off x="11078445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" name="Foot 2">
            <a:extLst>
              <a:ext uri="{FF2B5EF4-FFF2-40B4-BE49-F238E27FC236}">
                <a16:creationId xmlns:a16="http://schemas.microsoft.com/office/drawing/2014/main" id="{5D4791E3-E385-F556-0B0F-A2A63E5C1F8E}"/>
              </a:ext>
            </a:extLst>
          </p:cNvPr>
          <p:cNvSpPr/>
          <p:nvPr/>
        </p:nvSpPr>
        <p:spPr>
          <a:xfrm>
            <a:off x="11223866" y="535356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64499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64BEE-9332-F5DF-3AD1-38CFE5E2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4C144CF9-8F0A-2473-1FBC-9700E71F90CF}"/>
              </a:ext>
            </a:extLst>
          </p:cNvPr>
          <p:cNvSpPr/>
          <p:nvPr/>
        </p:nvSpPr>
        <p:spPr>
          <a:xfrm>
            <a:off x="11431015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2862674C-77FC-E121-84A3-A30265516AD7}"/>
              </a:ext>
            </a:extLst>
          </p:cNvPr>
          <p:cNvSpPr/>
          <p:nvPr/>
        </p:nvSpPr>
        <p:spPr>
          <a:xfrm>
            <a:off x="11549864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5C01FFCA-DED8-D8CA-DC51-67D0F1A27884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5539C566-DD85-7767-B105-CAF6BC903AF2}"/>
              </a:ext>
            </a:extLst>
          </p:cNvPr>
          <p:cNvSpPr/>
          <p:nvPr/>
        </p:nvSpPr>
        <p:spPr>
          <a:xfrm>
            <a:off x="11223866" y="535356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BCB1E690-414A-44D5-CE87-2DBEE4D112BC}"/>
              </a:ext>
            </a:extLst>
          </p:cNvPr>
          <p:cNvSpPr/>
          <p:nvPr/>
        </p:nvSpPr>
        <p:spPr>
          <a:xfrm>
            <a:off x="11037276" y="5343991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94E48ADC-FA4C-1C4D-F92C-8676FFF192D1}"/>
              </a:ext>
            </a:extLst>
          </p:cNvPr>
          <p:cNvSpPr/>
          <p:nvPr/>
        </p:nvSpPr>
        <p:spPr>
          <a:xfrm>
            <a:off x="10756734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FCDAEB56-56F7-5900-1D54-895A1F843843}"/>
              </a:ext>
            </a:extLst>
          </p:cNvPr>
          <p:cNvSpPr/>
          <p:nvPr/>
        </p:nvSpPr>
        <p:spPr>
          <a:xfrm>
            <a:off x="10786679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8B02447E-69BB-5D3F-5A19-D6815B56DA16}"/>
              </a:ext>
            </a:extLst>
          </p:cNvPr>
          <p:cNvSpPr/>
          <p:nvPr/>
        </p:nvSpPr>
        <p:spPr>
          <a:xfrm>
            <a:off x="11093608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864866D7-40B7-6592-4AD4-18CD5CF67909}"/>
              </a:ext>
            </a:extLst>
          </p:cNvPr>
          <p:cNvSpPr/>
          <p:nvPr/>
        </p:nvSpPr>
        <p:spPr>
          <a:xfrm>
            <a:off x="11091570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9FBE02F3-C36F-BC26-71EA-D2C8885BC3B6}"/>
              </a:ext>
            </a:extLst>
          </p:cNvPr>
          <p:cNvSpPr/>
          <p:nvPr/>
        </p:nvSpPr>
        <p:spPr>
          <a:xfrm>
            <a:off x="10116304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2E71B402-7472-4937-1D49-B01DAAC20A13}"/>
              </a:ext>
            </a:extLst>
          </p:cNvPr>
          <p:cNvSpPr/>
          <p:nvPr/>
        </p:nvSpPr>
        <p:spPr>
          <a:xfrm>
            <a:off x="10121578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DCE81C0A-C776-A998-0B9E-70EE974F21A8}"/>
              </a:ext>
            </a:extLst>
          </p:cNvPr>
          <p:cNvSpPr/>
          <p:nvPr/>
        </p:nvSpPr>
        <p:spPr>
          <a:xfrm>
            <a:off x="10095410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A3BF01FB-84DE-06E5-7DCA-1F3260F84D31}"/>
              </a:ext>
            </a:extLst>
          </p:cNvPr>
          <p:cNvSpPr/>
          <p:nvPr/>
        </p:nvSpPr>
        <p:spPr>
          <a:xfrm>
            <a:off x="10095410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DE71ED07-122F-71FB-3DCB-D6599FD8CD0F}"/>
              </a:ext>
            </a:extLst>
          </p:cNvPr>
          <p:cNvSpPr/>
          <p:nvPr/>
        </p:nvSpPr>
        <p:spPr>
          <a:xfrm>
            <a:off x="10095410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5B2B7E2F-71D1-8F7B-0D1F-F9C7CDB66065}"/>
              </a:ext>
            </a:extLst>
          </p:cNvPr>
          <p:cNvSpPr/>
          <p:nvPr/>
        </p:nvSpPr>
        <p:spPr>
          <a:xfrm>
            <a:off x="10171012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B8DA7411-4E92-5B04-ACD0-39723B0384F6}"/>
              </a:ext>
            </a:extLst>
          </p:cNvPr>
          <p:cNvSpPr/>
          <p:nvPr/>
        </p:nvSpPr>
        <p:spPr>
          <a:xfrm>
            <a:off x="10911479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E92F858E-F432-55CA-A07C-C59FAEFC8830}"/>
              </a:ext>
            </a:extLst>
          </p:cNvPr>
          <p:cNvSpPr/>
          <p:nvPr/>
        </p:nvSpPr>
        <p:spPr>
          <a:xfrm>
            <a:off x="10934786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B149971C-4E5C-A29D-F4DD-65D9179FD2E9}"/>
              </a:ext>
            </a:extLst>
          </p:cNvPr>
          <p:cNvSpPr/>
          <p:nvPr/>
        </p:nvSpPr>
        <p:spPr>
          <a:xfrm>
            <a:off x="10946661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C112D1C3-3776-C787-FF92-C7762A743178}"/>
              </a:ext>
            </a:extLst>
          </p:cNvPr>
          <p:cNvSpPr/>
          <p:nvPr/>
        </p:nvSpPr>
        <p:spPr>
          <a:xfrm>
            <a:off x="10984493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697877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3000">
        <p159:morph option="byObject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BC4CB-46BF-91C9-BA93-30299FCB4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D50FB88F-1FD6-DC0C-CB3F-94310A22FD96}"/>
              </a:ext>
            </a:extLst>
          </p:cNvPr>
          <p:cNvSpPr/>
          <p:nvPr/>
        </p:nvSpPr>
        <p:spPr>
          <a:xfrm rot="334083">
            <a:off x="11396770" y="5394469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BB4287E1-15CF-8140-ECD9-B349DD3A1A99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303C558C-9A4F-18AF-D5B3-7556D4621D4F}"/>
              </a:ext>
            </a:extLst>
          </p:cNvPr>
          <p:cNvSpPr/>
          <p:nvPr/>
        </p:nvSpPr>
        <p:spPr>
          <a:xfrm>
            <a:off x="11223866" y="535356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5ED0F40D-6EE1-2B24-DE95-F3E55E8FD049}"/>
              </a:ext>
            </a:extLst>
          </p:cNvPr>
          <p:cNvSpPr/>
          <p:nvPr/>
        </p:nvSpPr>
        <p:spPr>
          <a:xfrm>
            <a:off x="11037276" y="5343991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EB4AA4C3-6786-09C2-65C8-7FFB237E212A}"/>
              </a:ext>
            </a:extLst>
          </p:cNvPr>
          <p:cNvSpPr/>
          <p:nvPr/>
        </p:nvSpPr>
        <p:spPr>
          <a:xfrm rot="334083">
            <a:off x="11506726" y="5595578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C280B3DF-2965-BF0D-E2BE-F84EE4CC5713}"/>
              </a:ext>
            </a:extLst>
          </p:cNvPr>
          <p:cNvSpPr/>
          <p:nvPr/>
        </p:nvSpPr>
        <p:spPr>
          <a:xfrm rot="334083">
            <a:off x="10801205" y="426409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B48B2ACA-8C95-FA5E-865A-458A6A4C64F5}"/>
              </a:ext>
            </a:extLst>
          </p:cNvPr>
          <p:cNvSpPr/>
          <p:nvPr/>
        </p:nvSpPr>
        <p:spPr>
          <a:xfrm rot="334083">
            <a:off x="10847087" y="4360479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F5DCB21C-0B1B-E925-CAC1-EB3AD4F9F6EE}"/>
              </a:ext>
            </a:extLst>
          </p:cNvPr>
          <p:cNvSpPr/>
          <p:nvPr/>
        </p:nvSpPr>
        <p:spPr>
          <a:xfrm rot="334083">
            <a:off x="11107822" y="4911920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B1450541-C79E-A026-1FD0-7C6BFB6A138E}"/>
              </a:ext>
            </a:extLst>
          </p:cNvPr>
          <p:cNvSpPr/>
          <p:nvPr/>
        </p:nvSpPr>
        <p:spPr>
          <a:xfrm rot="334083">
            <a:off x="11115778" y="4704516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BF589B8F-E9FC-4256-E6EC-2F0A2365907F}"/>
              </a:ext>
            </a:extLst>
          </p:cNvPr>
          <p:cNvSpPr/>
          <p:nvPr/>
        </p:nvSpPr>
        <p:spPr>
          <a:xfrm rot="334083">
            <a:off x="10188786" y="4439286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4D482E7C-3BCF-DB0A-C041-75F1BD471C8C}"/>
              </a:ext>
            </a:extLst>
          </p:cNvPr>
          <p:cNvSpPr/>
          <p:nvPr/>
        </p:nvSpPr>
        <p:spPr>
          <a:xfrm rot="334083">
            <a:off x="10194880" y="4426943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01534A99-92F1-1059-3260-F831E74580E0}"/>
              </a:ext>
            </a:extLst>
          </p:cNvPr>
          <p:cNvSpPr/>
          <p:nvPr/>
        </p:nvSpPr>
        <p:spPr>
          <a:xfrm rot="334083">
            <a:off x="10178982" y="4205199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C02A1EE4-47F7-F231-71B6-A81633E87859}"/>
              </a:ext>
            </a:extLst>
          </p:cNvPr>
          <p:cNvSpPr/>
          <p:nvPr/>
        </p:nvSpPr>
        <p:spPr>
          <a:xfrm rot="334083">
            <a:off x="10173402" y="4319951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C565F88C-C8B0-F0A0-6E19-5B333825C951}"/>
              </a:ext>
            </a:extLst>
          </p:cNvPr>
          <p:cNvSpPr/>
          <p:nvPr/>
        </p:nvSpPr>
        <p:spPr>
          <a:xfrm rot="334083">
            <a:off x="10173678" y="4314266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3E5B0944-B74A-0910-8AAB-9681803CC87E}"/>
              </a:ext>
            </a:extLst>
          </p:cNvPr>
          <p:cNvSpPr/>
          <p:nvPr/>
        </p:nvSpPr>
        <p:spPr>
          <a:xfrm rot="334083">
            <a:off x="10262454" y="4204697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22789005-DE6A-27BC-62A0-8EFDFA6A466B}"/>
              </a:ext>
            </a:extLst>
          </p:cNvPr>
          <p:cNvSpPr/>
          <p:nvPr/>
        </p:nvSpPr>
        <p:spPr>
          <a:xfrm rot="334083">
            <a:off x="10996387" y="4296280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C4521006-FE0F-2834-39B3-116524928030}"/>
              </a:ext>
            </a:extLst>
          </p:cNvPr>
          <p:cNvSpPr/>
          <p:nvPr/>
        </p:nvSpPr>
        <p:spPr>
          <a:xfrm rot="334083">
            <a:off x="11019253" y="4350764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C2531A2D-2679-2BCD-6A69-44FFFBCC4ED0}"/>
              </a:ext>
            </a:extLst>
          </p:cNvPr>
          <p:cNvSpPr/>
          <p:nvPr/>
        </p:nvSpPr>
        <p:spPr>
          <a:xfrm rot="334083">
            <a:off x="11030996" y="4366220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9E1687CD-F917-7DB9-DEE9-B139DD32B7E9}"/>
              </a:ext>
            </a:extLst>
          </p:cNvPr>
          <p:cNvSpPr/>
          <p:nvPr/>
        </p:nvSpPr>
        <p:spPr>
          <a:xfrm rot="334083">
            <a:off x="11070242" y="4375383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671098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8F1F8-528B-5C2F-C75F-14374DE39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EA9AD6CB-BD60-4C79-F021-603362C12611}"/>
              </a:ext>
            </a:extLst>
          </p:cNvPr>
          <p:cNvSpPr/>
          <p:nvPr/>
        </p:nvSpPr>
        <p:spPr>
          <a:xfrm>
            <a:off x="11431015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F906E358-F857-D681-ECC0-C3851D259CFA}"/>
              </a:ext>
            </a:extLst>
          </p:cNvPr>
          <p:cNvSpPr/>
          <p:nvPr/>
        </p:nvSpPr>
        <p:spPr>
          <a:xfrm>
            <a:off x="11549864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37AC0D1B-605E-720C-9508-32FD331ED5EE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46C41DC5-59B6-C0E3-CDFB-B828DD85C879}"/>
              </a:ext>
            </a:extLst>
          </p:cNvPr>
          <p:cNvSpPr/>
          <p:nvPr/>
        </p:nvSpPr>
        <p:spPr>
          <a:xfrm>
            <a:off x="11223866" y="535356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0EE35E65-7DEE-31EB-3F23-96849FDF7C15}"/>
              </a:ext>
            </a:extLst>
          </p:cNvPr>
          <p:cNvSpPr/>
          <p:nvPr/>
        </p:nvSpPr>
        <p:spPr>
          <a:xfrm>
            <a:off x="11037276" y="5343991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63660757-783E-D238-AC46-A958B8AE6E7B}"/>
              </a:ext>
            </a:extLst>
          </p:cNvPr>
          <p:cNvSpPr/>
          <p:nvPr/>
        </p:nvSpPr>
        <p:spPr>
          <a:xfrm>
            <a:off x="10756734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D555A0BC-FE80-B7E5-8689-8FF9B43ADB93}"/>
              </a:ext>
            </a:extLst>
          </p:cNvPr>
          <p:cNvSpPr/>
          <p:nvPr/>
        </p:nvSpPr>
        <p:spPr>
          <a:xfrm>
            <a:off x="10786679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4595FE16-F92F-0134-2518-1F3727CAB381}"/>
              </a:ext>
            </a:extLst>
          </p:cNvPr>
          <p:cNvSpPr/>
          <p:nvPr/>
        </p:nvSpPr>
        <p:spPr>
          <a:xfrm>
            <a:off x="11093608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7D7DAACE-2C6C-BF65-DCAD-FDDCDB1EEDAD}"/>
              </a:ext>
            </a:extLst>
          </p:cNvPr>
          <p:cNvSpPr/>
          <p:nvPr/>
        </p:nvSpPr>
        <p:spPr>
          <a:xfrm>
            <a:off x="11091570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4D3EBF26-D094-7E5F-AD64-326D3A55E6EB}"/>
              </a:ext>
            </a:extLst>
          </p:cNvPr>
          <p:cNvSpPr/>
          <p:nvPr/>
        </p:nvSpPr>
        <p:spPr>
          <a:xfrm>
            <a:off x="10116304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0282D406-2FF1-77F7-0BBE-59E837B8E118}"/>
              </a:ext>
            </a:extLst>
          </p:cNvPr>
          <p:cNvSpPr/>
          <p:nvPr/>
        </p:nvSpPr>
        <p:spPr>
          <a:xfrm>
            <a:off x="10121578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ED20BF10-2E0B-1250-4A79-A66E5AA6D474}"/>
              </a:ext>
            </a:extLst>
          </p:cNvPr>
          <p:cNvSpPr/>
          <p:nvPr/>
        </p:nvSpPr>
        <p:spPr>
          <a:xfrm>
            <a:off x="10095410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FB2F74D4-74C6-B7D7-6A5F-25DEAF8F41FE}"/>
              </a:ext>
            </a:extLst>
          </p:cNvPr>
          <p:cNvSpPr/>
          <p:nvPr/>
        </p:nvSpPr>
        <p:spPr>
          <a:xfrm>
            <a:off x="10095410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93843525-4188-745A-50D0-47654E4EEFED}"/>
              </a:ext>
            </a:extLst>
          </p:cNvPr>
          <p:cNvSpPr/>
          <p:nvPr/>
        </p:nvSpPr>
        <p:spPr>
          <a:xfrm>
            <a:off x="10095410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2923A35B-B981-C668-DE5E-613B86DC9419}"/>
              </a:ext>
            </a:extLst>
          </p:cNvPr>
          <p:cNvSpPr/>
          <p:nvPr/>
        </p:nvSpPr>
        <p:spPr>
          <a:xfrm>
            <a:off x="10171012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ADBAE6E9-DF9A-3D05-3209-149CFF7DC805}"/>
              </a:ext>
            </a:extLst>
          </p:cNvPr>
          <p:cNvSpPr/>
          <p:nvPr/>
        </p:nvSpPr>
        <p:spPr>
          <a:xfrm>
            <a:off x="10911479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80050D00-2051-60F1-2B14-41DC9B99C0E4}"/>
              </a:ext>
            </a:extLst>
          </p:cNvPr>
          <p:cNvSpPr/>
          <p:nvPr/>
        </p:nvSpPr>
        <p:spPr>
          <a:xfrm>
            <a:off x="10934786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0F727EF7-30E0-73BE-32A4-9E8453C3BEBB}"/>
              </a:ext>
            </a:extLst>
          </p:cNvPr>
          <p:cNvSpPr/>
          <p:nvPr/>
        </p:nvSpPr>
        <p:spPr>
          <a:xfrm>
            <a:off x="10946661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954A47E8-86B1-AB5F-01D1-A05979AC596D}"/>
              </a:ext>
            </a:extLst>
          </p:cNvPr>
          <p:cNvSpPr/>
          <p:nvPr/>
        </p:nvSpPr>
        <p:spPr>
          <a:xfrm>
            <a:off x="10984493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189523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14D0C-07E7-0FB7-057F-4C39AF984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072DE258-3866-E9C9-C242-C0B5D2FD5939}"/>
              </a:ext>
            </a:extLst>
          </p:cNvPr>
          <p:cNvSpPr/>
          <p:nvPr/>
        </p:nvSpPr>
        <p:spPr>
          <a:xfrm rot="21308167">
            <a:off x="11446540" y="5337381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9EDDFBEE-91AC-5864-679D-72E3F2E551D4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BEA9B308-1707-63C5-755B-0D389E5C42F0}"/>
              </a:ext>
            </a:extLst>
          </p:cNvPr>
          <p:cNvSpPr/>
          <p:nvPr/>
        </p:nvSpPr>
        <p:spPr>
          <a:xfrm>
            <a:off x="11223866" y="535356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E442A153-ACF3-F328-8259-269C63BCBEB1}"/>
              </a:ext>
            </a:extLst>
          </p:cNvPr>
          <p:cNvSpPr/>
          <p:nvPr/>
        </p:nvSpPr>
        <p:spPr>
          <a:xfrm>
            <a:off x="11037276" y="5343991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6DACFD9F-F06E-641A-1483-5B955345E543}"/>
              </a:ext>
            </a:extLst>
          </p:cNvPr>
          <p:cNvSpPr/>
          <p:nvPr/>
        </p:nvSpPr>
        <p:spPr>
          <a:xfrm rot="21308167">
            <a:off x="11573232" y="5540271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F8CB3E0F-8290-7470-5015-CA33AFE89E02}"/>
              </a:ext>
            </a:extLst>
          </p:cNvPr>
          <p:cNvSpPr/>
          <p:nvPr/>
        </p:nvSpPr>
        <p:spPr>
          <a:xfrm rot="21308167">
            <a:off x="10706764" y="4283600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283788A7-07E1-3296-8B3D-DC72A735123D}"/>
              </a:ext>
            </a:extLst>
          </p:cNvPr>
          <p:cNvSpPr/>
          <p:nvPr/>
        </p:nvSpPr>
        <p:spPr>
          <a:xfrm rot="21308167">
            <a:off x="10724548" y="4421374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EE044131-7412-FA04-26C1-127666BEB4A4}"/>
              </a:ext>
            </a:extLst>
          </p:cNvPr>
          <p:cNvSpPr/>
          <p:nvPr/>
        </p:nvSpPr>
        <p:spPr>
          <a:xfrm rot="21308167">
            <a:off x="11068596" y="4896868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D4FC000E-5B7B-455F-B9DB-56F6D03D91AA}"/>
              </a:ext>
            </a:extLst>
          </p:cNvPr>
          <p:cNvSpPr/>
          <p:nvPr/>
        </p:nvSpPr>
        <p:spPr>
          <a:xfrm rot="21308167">
            <a:off x="11057783" y="4688386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EA85007E-7CFF-F70E-E132-7CCAD5A24A62}"/>
              </a:ext>
            </a:extLst>
          </p:cNvPr>
          <p:cNvSpPr/>
          <p:nvPr/>
        </p:nvSpPr>
        <p:spPr>
          <a:xfrm rot="21308167">
            <a:off x="10047030" y="4580283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77806ED2-7163-1E95-76C9-D15987D6482B}"/>
              </a:ext>
            </a:extLst>
          </p:cNvPr>
          <p:cNvSpPr/>
          <p:nvPr/>
        </p:nvSpPr>
        <p:spPr>
          <a:xfrm rot="21308167">
            <a:off x="10052802" y="459652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1C0DC0C8-ED88-DC6A-C64B-EB25398A8B49}"/>
              </a:ext>
            </a:extLst>
          </p:cNvPr>
          <p:cNvSpPr/>
          <p:nvPr/>
        </p:nvSpPr>
        <p:spPr>
          <a:xfrm rot="21308167">
            <a:off x="10016623" y="4350269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6F6265AA-BC01-09AB-2201-1C2CB54ED6E7}"/>
              </a:ext>
            </a:extLst>
          </p:cNvPr>
          <p:cNvSpPr/>
          <p:nvPr/>
        </p:nvSpPr>
        <p:spPr>
          <a:xfrm rot="21308167">
            <a:off x="10021895" y="4474411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ABAE781C-5868-1E31-70DE-EFA7A0649964}"/>
              </a:ext>
            </a:extLst>
          </p:cNvPr>
          <p:cNvSpPr/>
          <p:nvPr/>
        </p:nvSpPr>
        <p:spPr>
          <a:xfrm rot="21308167">
            <a:off x="10023196" y="4505022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A581CC7A-A863-B06D-8D82-DDE2DE6D7BC4}"/>
              </a:ext>
            </a:extLst>
          </p:cNvPr>
          <p:cNvSpPr/>
          <p:nvPr/>
        </p:nvSpPr>
        <p:spPr>
          <a:xfrm rot="21308167">
            <a:off x="10085418" y="4351326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A5423A01-63EA-1FD2-1A79-B275EC9D6A64}"/>
              </a:ext>
            </a:extLst>
          </p:cNvPr>
          <p:cNvSpPr/>
          <p:nvPr/>
        </p:nvSpPr>
        <p:spPr>
          <a:xfrm rot="21308167">
            <a:off x="10827772" y="4353000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D9C2E52D-5497-EC18-8593-849F35108FCC}"/>
              </a:ext>
            </a:extLst>
          </p:cNvPr>
          <p:cNvSpPr/>
          <p:nvPr/>
        </p:nvSpPr>
        <p:spPr>
          <a:xfrm rot="21308167">
            <a:off x="10851490" y="4408086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0A7AF269-FCC2-BC81-9963-7D594035415E}"/>
              </a:ext>
            </a:extLst>
          </p:cNvPr>
          <p:cNvSpPr/>
          <p:nvPr/>
        </p:nvSpPr>
        <p:spPr>
          <a:xfrm rot="21308167">
            <a:off x="10863499" y="4423972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F9F73280-95AD-BABC-182D-BD3C529D9BC6}"/>
              </a:ext>
            </a:extLst>
          </p:cNvPr>
          <p:cNvSpPr/>
          <p:nvPr/>
        </p:nvSpPr>
        <p:spPr>
          <a:xfrm rot="21308167">
            <a:off x="10899961" y="4429953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074143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D66E8-A544-AFC9-525B-FD482A50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0FF1F196-7CC2-E03F-6391-952D99466E50}"/>
              </a:ext>
            </a:extLst>
          </p:cNvPr>
          <p:cNvSpPr/>
          <p:nvPr/>
        </p:nvSpPr>
        <p:spPr>
          <a:xfrm>
            <a:off x="11431015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5786F3B6-862D-B19F-6CE6-B7AA46E458D9}"/>
              </a:ext>
            </a:extLst>
          </p:cNvPr>
          <p:cNvSpPr/>
          <p:nvPr/>
        </p:nvSpPr>
        <p:spPr>
          <a:xfrm>
            <a:off x="11549864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2FE09058-1C01-EE6E-108E-B0699E95B4F3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1F353B55-4DDC-2C09-FFBC-149E5150F57D}"/>
              </a:ext>
            </a:extLst>
          </p:cNvPr>
          <p:cNvSpPr/>
          <p:nvPr/>
        </p:nvSpPr>
        <p:spPr>
          <a:xfrm>
            <a:off x="11223866" y="535356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D3F855E9-6FDB-4428-E9E5-38FBCE0FD81D}"/>
              </a:ext>
            </a:extLst>
          </p:cNvPr>
          <p:cNvSpPr/>
          <p:nvPr/>
        </p:nvSpPr>
        <p:spPr>
          <a:xfrm>
            <a:off x="11037276" y="5343991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B00D5CED-B0C7-2BF4-E84F-A5676D637CFD}"/>
              </a:ext>
            </a:extLst>
          </p:cNvPr>
          <p:cNvSpPr/>
          <p:nvPr/>
        </p:nvSpPr>
        <p:spPr>
          <a:xfrm>
            <a:off x="10756734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DDCB60E7-7D5F-5754-5B1F-2D80B47BB37B}"/>
              </a:ext>
            </a:extLst>
          </p:cNvPr>
          <p:cNvSpPr/>
          <p:nvPr/>
        </p:nvSpPr>
        <p:spPr>
          <a:xfrm>
            <a:off x="10786679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D20880A6-A36A-2D05-4E03-0EA0FDA18CE7}"/>
              </a:ext>
            </a:extLst>
          </p:cNvPr>
          <p:cNvSpPr/>
          <p:nvPr/>
        </p:nvSpPr>
        <p:spPr>
          <a:xfrm>
            <a:off x="11093608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856BFD0C-0E19-639A-BE7E-A8295B8107C5}"/>
              </a:ext>
            </a:extLst>
          </p:cNvPr>
          <p:cNvSpPr/>
          <p:nvPr/>
        </p:nvSpPr>
        <p:spPr>
          <a:xfrm>
            <a:off x="11091570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1837C21D-7097-579A-4A33-5C4719065F1C}"/>
              </a:ext>
            </a:extLst>
          </p:cNvPr>
          <p:cNvSpPr/>
          <p:nvPr/>
        </p:nvSpPr>
        <p:spPr>
          <a:xfrm>
            <a:off x="10116304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2B1E9FF9-3105-0759-5181-30CF7CD5271D}"/>
              </a:ext>
            </a:extLst>
          </p:cNvPr>
          <p:cNvSpPr/>
          <p:nvPr/>
        </p:nvSpPr>
        <p:spPr>
          <a:xfrm>
            <a:off x="10121578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7CEA1679-6EBE-1CEE-58CD-E438A4D9C8D2}"/>
              </a:ext>
            </a:extLst>
          </p:cNvPr>
          <p:cNvSpPr/>
          <p:nvPr/>
        </p:nvSpPr>
        <p:spPr>
          <a:xfrm>
            <a:off x="10095410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1767E914-B622-182B-8CCE-C013290F9FEF}"/>
              </a:ext>
            </a:extLst>
          </p:cNvPr>
          <p:cNvSpPr/>
          <p:nvPr/>
        </p:nvSpPr>
        <p:spPr>
          <a:xfrm>
            <a:off x="10095410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5F5B8248-05AD-B378-3CA2-33AA98324C28}"/>
              </a:ext>
            </a:extLst>
          </p:cNvPr>
          <p:cNvSpPr/>
          <p:nvPr/>
        </p:nvSpPr>
        <p:spPr>
          <a:xfrm>
            <a:off x="10095410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ADEEE67F-C57B-CC79-49ED-E858BF228BD1}"/>
              </a:ext>
            </a:extLst>
          </p:cNvPr>
          <p:cNvSpPr/>
          <p:nvPr/>
        </p:nvSpPr>
        <p:spPr>
          <a:xfrm>
            <a:off x="10171012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60046281-6296-6A54-4F2F-18D5DB48ABFD}"/>
              </a:ext>
            </a:extLst>
          </p:cNvPr>
          <p:cNvSpPr/>
          <p:nvPr/>
        </p:nvSpPr>
        <p:spPr>
          <a:xfrm>
            <a:off x="10911479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7CBBD12E-883F-67D2-58AE-E4F35060054D}"/>
              </a:ext>
            </a:extLst>
          </p:cNvPr>
          <p:cNvSpPr/>
          <p:nvPr/>
        </p:nvSpPr>
        <p:spPr>
          <a:xfrm>
            <a:off x="10934786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FDF97F87-ADB3-5616-BD5E-9C8ADA3E061C}"/>
              </a:ext>
            </a:extLst>
          </p:cNvPr>
          <p:cNvSpPr/>
          <p:nvPr/>
        </p:nvSpPr>
        <p:spPr>
          <a:xfrm>
            <a:off x="10946661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2B32E0E8-448B-7AB3-C614-49376B4AABC5}"/>
              </a:ext>
            </a:extLst>
          </p:cNvPr>
          <p:cNvSpPr/>
          <p:nvPr/>
        </p:nvSpPr>
        <p:spPr>
          <a:xfrm>
            <a:off x="10984493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561648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3000">
        <p159:morph option="byObject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367A7-EB40-AFA1-A0AD-E458B21AD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1B886079-2D61-4B75-BE0A-73F27A59C951}"/>
              </a:ext>
            </a:extLst>
          </p:cNvPr>
          <p:cNvSpPr/>
          <p:nvPr/>
        </p:nvSpPr>
        <p:spPr>
          <a:xfrm>
            <a:off x="11431015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E1DA40F5-0622-BC80-28CA-024FC86D0923}"/>
              </a:ext>
            </a:extLst>
          </p:cNvPr>
          <p:cNvSpPr/>
          <p:nvPr/>
        </p:nvSpPr>
        <p:spPr>
          <a:xfrm>
            <a:off x="11549864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E6C6C10A-7B4E-F04A-6053-4AD6F232CB01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F44AC0CF-8078-9B0C-5691-88A734081842}"/>
              </a:ext>
            </a:extLst>
          </p:cNvPr>
          <p:cNvSpPr/>
          <p:nvPr/>
        </p:nvSpPr>
        <p:spPr>
          <a:xfrm>
            <a:off x="11342167" y="536729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8094D04B-C0A8-E98C-1728-495D15DE78B0}"/>
              </a:ext>
            </a:extLst>
          </p:cNvPr>
          <p:cNvSpPr/>
          <p:nvPr/>
        </p:nvSpPr>
        <p:spPr>
          <a:xfrm>
            <a:off x="11037276" y="5343991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8E2A41A1-E6C8-F14A-05D8-479DBA478D75}"/>
              </a:ext>
            </a:extLst>
          </p:cNvPr>
          <p:cNvSpPr/>
          <p:nvPr/>
        </p:nvSpPr>
        <p:spPr>
          <a:xfrm>
            <a:off x="10756734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B8C3B510-2524-024D-EB28-F59461A3B31A}"/>
              </a:ext>
            </a:extLst>
          </p:cNvPr>
          <p:cNvSpPr/>
          <p:nvPr/>
        </p:nvSpPr>
        <p:spPr>
          <a:xfrm>
            <a:off x="10786679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AC64767E-7C91-7CE5-540D-20E854B1492D}"/>
              </a:ext>
            </a:extLst>
          </p:cNvPr>
          <p:cNvSpPr/>
          <p:nvPr/>
        </p:nvSpPr>
        <p:spPr>
          <a:xfrm>
            <a:off x="11093608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48FD650C-EBDB-32E5-352D-B713938AE6E7}"/>
              </a:ext>
            </a:extLst>
          </p:cNvPr>
          <p:cNvSpPr/>
          <p:nvPr/>
        </p:nvSpPr>
        <p:spPr>
          <a:xfrm>
            <a:off x="11091570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4BFBC5F7-AEEA-402F-324B-063CF282832E}"/>
              </a:ext>
            </a:extLst>
          </p:cNvPr>
          <p:cNvSpPr/>
          <p:nvPr/>
        </p:nvSpPr>
        <p:spPr>
          <a:xfrm>
            <a:off x="10116304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EF4FC99D-6D04-0E21-94A1-73991C254844}"/>
              </a:ext>
            </a:extLst>
          </p:cNvPr>
          <p:cNvSpPr/>
          <p:nvPr/>
        </p:nvSpPr>
        <p:spPr>
          <a:xfrm>
            <a:off x="10121578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7EFA8D30-205A-574A-E866-60D4A1DBF01D}"/>
              </a:ext>
            </a:extLst>
          </p:cNvPr>
          <p:cNvSpPr/>
          <p:nvPr/>
        </p:nvSpPr>
        <p:spPr>
          <a:xfrm>
            <a:off x="10095410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F8E272F2-3794-7D3F-37C9-DC10979D5EC1}"/>
              </a:ext>
            </a:extLst>
          </p:cNvPr>
          <p:cNvSpPr/>
          <p:nvPr/>
        </p:nvSpPr>
        <p:spPr>
          <a:xfrm>
            <a:off x="10095410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167DA21F-F324-8372-4B22-39671A4B73CA}"/>
              </a:ext>
            </a:extLst>
          </p:cNvPr>
          <p:cNvSpPr/>
          <p:nvPr/>
        </p:nvSpPr>
        <p:spPr>
          <a:xfrm>
            <a:off x="10095410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C0D8D75B-E7BB-F296-B5AF-6242C95EB753}"/>
              </a:ext>
            </a:extLst>
          </p:cNvPr>
          <p:cNvSpPr/>
          <p:nvPr/>
        </p:nvSpPr>
        <p:spPr>
          <a:xfrm>
            <a:off x="10171012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5D8FCEE7-1B6E-06DD-40E6-2B0C55A7D4B5}"/>
              </a:ext>
            </a:extLst>
          </p:cNvPr>
          <p:cNvSpPr/>
          <p:nvPr/>
        </p:nvSpPr>
        <p:spPr>
          <a:xfrm>
            <a:off x="10911479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7CC2D1C8-F044-FCC3-E7A9-A93142C4C09B}"/>
              </a:ext>
            </a:extLst>
          </p:cNvPr>
          <p:cNvSpPr/>
          <p:nvPr/>
        </p:nvSpPr>
        <p:spPr>
          <a:xfrm>
            <a:off x="10934786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2F09F8FE-0923-BA7A-BB4D-4F10A341C216}"/>
              </a:ext>
            </a:extLst>
          </p:cNvPr>
          <p:cNvSpPr/>
          <p:nvPr/>
        </p:nvSpPr>
        <p:spPr>
          <a:xfrm>
            <a:off x="10946661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40E87419-5ACB-98B7-AE6D-20AC55BD46A4}"/>
              </a:ext>
            </a:extLst>
          </p:cNvPr>
          <p:cNvSpPr/>
          <p:nvPr/>
        </p:nvSpPr>
        <p:spPr>
          <a:xfrm>
            <a:off x="10984493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262285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2273A-DDA3-598E-53A4-2A8FED544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3F7E7DA6-8DD2-B6B6-EA87-43BD3F48DC21}"/>
              </a:ext>
            </a:extLst>
          </p:cNvPr>
          <p:cNvSpPr/>
          <p:nvPr/>
        </p:nvSpPr>
        <p:spPr>
          <a:xfrm>
            <a:off x="11431015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BBD1C6A5-CAA8-831D-DC3A-817EF7C62902}"/>
              </a:ext>
            </a:extLst>
          </p:cNvPr>
          <p:cNvSpPr/>
          <p:nvPr/>
        </p:nvSpPr>
        <p:spPr>
          <a:xfrm>
            <a:off x="11549864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F4DDD446-5794-F9CA-DA81-A789B7DA0C6A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C943DC0B-542D-850B-67DE-AE3515A7393C}"/>
              </a:ext>
            </a:extLst>
          </p:cNvPr>
          <p:cNvSpPr/>
          <p:nvPr/>
        </p:nvSpPr>
        <p:spPr>
          <a:xfrm>
            <a:off x="11342167" y="536729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8D8EE08D-F5A3-57B4-1730-F4B6B70C607D}"/>
              </a:ext>
            </a:extLst>
          </p:cNvPr>
          <p:cNvSpPr/>
          <p:nvPr/>
        </p:nvSpPr>
        <p:spPr>
          <a:xfrm>
            <a:off x="11147817" y="535356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6019683D-8609-8C88-F094-B089BFD32A10}"/>
              </a:ext>
            </a:extLst>
          </p:cNvPr>
          <p:cNvSpPr/>
          <p:nvPr/>
        </p:nvSpPr>
        <p:spPr>
          <a:xfrm>
            <a:off x="10756734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129C8E70-3E63-5209-A89B-AF57C80B672D}"/>
              </a:ext>
            </a:extLst>
          </p:cNvPr>
          <p:cNvSpPr/>
          <p:nvPr/>
        </p:nvSpPr>
        <p:spPr>
          <a:xfrm>
            <a:off x="10786679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4E7C4E22-6038-5286-D97A-4FBECBFCB994}"/>
              </a:ext>
            </a:extLst>
          </p:cNvPr>
          <p:cNvSpPr/>
          <p:nvPr/>
        </p:nvSpPr>
        <p:spPr>
          <a:xfrm>
            <a:off x="11093608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6CEB558B-262C-D98B-6A13-B90AC585CA0C}"/>
              </a:ext>
            </a:extLst>
          </p:cNvPr>
          <p:cNvSpPr/>
          <p:nvPr/>
        </p:nvSpPr>
        <p:spPr>
          <a:xfrm>
            <a:off x="11091570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3608EF0F-D28A-0619-10D9-67DC7C076293}"/>
              </a:ext>
            </a:extLst>
          </p:cNvPr>
          <p:cNvSpPr/>
          <p:nvPr/>
        </p:nvSpPr>
        <p:spPr>
          <a:xfrm>
            <a:off x="10116304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D8CF7A11-3A62-78FF-3B6A-30AF505A2E54}"/>
              </a:ext>
            </a:extLst>
          </p:cNvPr>
          <p:cNvSpPr/>
          <p:nvPr/>
        </p:nvSpPr>
        <p:spPr>
          <a:xfrm>
            <a:off x="10121578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C3EF9835-5AD2-1E63-72F6-A0A5714C99E2}"/>
              </a:ext>
            </a:extLst>
          </p:cNvPr>
          <p:cNvSpPr/>
          <p:nvPr/>
        </p:nvSpPr>
        <p:spPr>
          <a:xfrm>
            <a:off x="10095410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C422CB13-20D5-BFC3-5A4B-0C81AA31934C}"/>
              </a:ext>
            </a:extLst>
          </p:cNvPr>
          <p:cNvSpPr/>
          <p:nvPr/>
        </p:nvSpPr>
        <p:spPr>
          <a:xfrm>
            <a:off x="10095410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5090CE99-4C4C-D05C-D68F-08C8771E0E21}"/>
              </a:ext>
            </a:extLst>
          </p:cNvPr>
          <p:cNvSpPr/>
          <p:nvPr/>
        </p:nvSpPr>
        <p:spPr>
          <a:xfrm>
            <a:off x="10095410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7DDDA3CB-061D-C9BD-8897-3E24F2AA4FCD}"/>
              </a:ext>
            </a:extLst>
          </p:cNvPr>
          <p:cNvSpPr/>
          <p:nvPr/>
        </p:nvSpPr>
        <p:spPr>
          <a:xfrm>
            <a:off x="10171012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27A74976-AC33-8D94-9C40-7D44C7090D13}"/>
              </a:ext>
            </a:extLst>
          </p:cNvPr>
          <p:cNvSpPr/>
          <p:nvPr/>
        </p:nvSpPr>
        <p:spPr>
          <a:xfrm>
            <a:off x="10911479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C79DE35F-0183-983A-0489-2E8547F16CF7}"/>
              </a:ext>
            </a:extLst>
          </p:cNvPr>
          <p:cNvSpPr/>
          <p:nvPr/>
        </p:nvSpPr>
        <p:spPr>
          <a:xfrm>
            <a:off x="10934786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13D8BACC-155A-58E8-397F-880A06ED1BDB}"/>
              </a:ext>
            </a:extLst>
          </p:cNvPr>
          <p:cNvSpPr/>
          <p:nvPr/>
        </p:nvSpPr>
        <p:spPr>
          <a:xfrm>
            <a:off x="10946661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87C78342-322E-B3A1-D20F-25EFF8A7B4E0}"/>
              </a:ext>
            </a:extLst>
          </p:cNvPr>
          <p:cNvSpPr/>
          <p:nvPr/>
        </p:nvSpPr>
        <p:spPr>
          <a:xfrm>
            <a:off x="10984493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789916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FB8C-D99D-41D1-E55A-C6FCBFDB4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D073869E-EF2A-ACD6-6C1A-C9B3315C311A}"/>
              </a:ext>
            </a:extLst>
          </p:cNvPr>
          <p:cNvSpPr/>
          <p:nvPr/>
        </p:nvSpPr>
        <p:spPr>
          <a:xfrm>
            <a:off x="11546970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6CB87F6C-728D-85B5-62CE-0B054D7AE01E}"/>
              </a:ext>
            </a:extLst>
          </p:cNvPr>
          <p:cNvSpPr/>
          <p:nvPr/>
        </p:nvSpPr>
        <p:spPr>
          <a:xfrm>
            <a:off x="11665819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D890F02C-4A66-F737-C5CC-2D3965DB146F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2469AF21-5342-828F-6009-B5216102900B}"/>
              </a:ext>
            </a:extLst>
          </p:cNvPr>
          <p:cNvSpPr/>
          <p:nvPr/>
        </p:nvSpPr>
        <p:spPr>
          <a:xfrm>
            <a:off x="11342167" y="536729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7DC3936B-A26F-C734-4024-2BF97738B050}"/>
              </a:ext>
            </a:extLst>
          </p:cNvPr>
          <p:cNvSpPr/>
          <p:nvPr/>
        </p:nvSpPr>
        <p:spPr>
          <a:xfrm>
            <a:off x="11147817" y="535356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A649334A-1DFC-B9AE-AD30-5837058E7D77}"/>
              </a:ext>
            </a:extLst>
          </p:cNvPr>
          <p:cNvSpPr/>
          <p:nvPr/>
        </p:nvSpPr>
        <p:spPr>
          <a:xfrm>
            <a:off x="10872689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C386B525-898C-5360-0526-624B6C5D782A}"/>
              </a:ext>
            </a:extLst>
          </p:cNvPr>
          <p:cNvSpPr/>
          <p:nvPr/>
        </p:nvSpPr>
        <p:spPr>
          <a:xfrm>
            <a:off x="10902634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A623C428-B70F-1FDC-51D8-DD66987D3311}"/>
              </a:ext>
            </a:extLst>
          </p:cNvPr>
          <p:cNvSpPr/>
          <p:nvPr/>
        </p:nvSpPr>
        <p:spPr>
          <a:xfrm>
            <a:off x="11209563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B2C427EF-F3E6-8293-D807-BFCD4D4E456A}"/>
              </a:ext>
            </a:extLst>
          </p:cNvPr>
          <p:cNvSpPr/>
          <p:nvPr/>
        </p:nvSpPr>
        <p:spPr>
          <a:xfrm>
            <a:off x="11207525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EB6FA9A9-92CF-A43F-DFA9-84C421B95EF2}"/>
              </a:ext>
            </a:extLst>
          </p:cNvPr>
          <p:cNvSpPr/>
          <p:nvPr/>
        </p:nvSpPr>
        <p:spPr>
          <a:xfrm>
            <a:off x="10232259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9EA422F5-75EE-BAEF-984A-C935F7631FCE}"/>
              </a:ext>
            </a:extLst>
          </p:cNvPr>
          <p:cNvSpPr/>
          <p:nvPr/>
        </p:nvSpPr>
        <p:spPr>
          <a:xfrm>
            <a:off x="10237533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B905E042-3847-2713-0F70-B8ED17978CCF}"/>
              </a:ext>
            </a:extLst>
          </p:cNvPr>
          <p:cNvSpPr/>
          <p:nvPr/>
        </p:nvSpPr>
        <p:spPr>
          <a:xfrm>
            <a:off x="10211365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8B34A317-3AEF-9205-C505-420BDCC4906F}"/>
              </a:ext>
            </a:extLst>
          </p:cNvPr>
          <p:cNvSpPr/>
          <p:nvPr/>
        </p:nvSpPr>
        <p:spPr>
          <a:xfrm>
            <a:off x="10211365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A0831E9A-1701-E8D3-4A45-D6C5953CAE35}"/>
              </a:ext>
            </a:extLst>
          </p:cNvPr>
          <p:cNvSpPr/>
          <p:nvPr/>
        </p:nvSpPr>
        <p:spPr>
          <a:xfrm>
            <a:off x="10211365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916B0730-E57C-FB17-9522-8B0E6A82E2CB}"/>
              </a:ext>
            </a:extLst>
          </p:cNvPr>
          <p:cNvSpPr/>
          <p:nvPr/>
        </p:nvSpPr>
        <p:spPr>
          <a:xfrm>
            <a:off x="10286967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0B0E3641-AB2A-1CD1-D897-857D46AEBD4F}"/>
              </a:ext>
            </a:extLst>
          </p:cNvPr>
          <p:cNvSpPr/>
          <p:nvPr/>
        </p:nvSpPr>
        <p:spPr>
          <a:xfrm>
            <a:off x="11027434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4A535BE0-58DC-ABDC-ED69-B016F148D1E8}"/>
              </a:ext>
            </a:extLst>
          </p:cNvPr>
          <p:cNvSpPr/>
          <p:nvPr/>
        </p:nvSpPr>
        <p:spPr>
          <a:xfrm>
            <a:off x="11050741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93866959-F16C-DE00-13F3-51596FE8B516}"/>
              </a:ext>
            </a:extLst>
          </p:cNvPr>
          <p:cNvSpPr/>
          <p:nvPr/>
        </p:nvSpPr>
        <p:spPr>
          <a:xfrm>
            <a:off x="11062616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56378FC0-F27A-4FDE-04A8-A0119954F623}"/>
              </a:ext>
            </a:extLst>
          </p:cNvPr>
          <p:cNvSpPr/>
          <p:nvPr/>
        </p:nvSpPr>
        <p:spPr>
          <a:xfrm>
            <a:off x="11100448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14200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3000">
        <p159:morph option="byObject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3EB06-1E69-ED7C-395C-BA690759C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C7135C98-AE03-059D-4D6C-7E589BA3B22F}"/>
              </a:ext>
            </a:extLst>
          </p:cNvPr>
          <p:cNvSpPr/>
          <p:nvPr/>
        </p:nvSpPr>
        <p:spPr>
          <a:xfrm rot="269831">
            <a:off x="11505385" y="5403581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438870B0-DCDD-27CB-F504-FAC262C51DAC}"/>
              </a:ext>
            </a:extLst>
          </p:cNvPr>
          <p:cNvSpPr/>
          <p:nvPr/>
        </p:nvSpPr>
        <p:spPr>
          <a:xfrm rot="269831">
            <a:off x="11617041" y="560501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B9A908A2-9271-C898-9315-BBE2C5717FF2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99039383-4535-124D-8481-E99A158A50C7}"/>
              </a:ext>
            </a:extLst>
          </p:cNvPr>
          <p:cNvSpPr/>
          <p:nvPr/>
        </p:nvSpPr>
        <p:spPr>
          <a:xfrm>
            <a:off x="11342167" y="536729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7B8311AF-05EC-1993-8294-E67936B26484}"/>
              </a:ext>
            </a:extLst>
          </p:cNvPr>
          <p:cNvSpPr/>
          <p:nvPr/>
        </p:nvSpPr>
        <p:spPr>
          <a:xfrm>
            <a:off x="11147817" y="535356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3DB9EA91-EE44-9B8F-DC12-90384CA4F72E}"/>
              </a:ext>
            </a:extLst>
          </p:cNvPr>
          <p:cNvSpPr/>
          <p:nvPr/>
        </p:nvSpPr>
        <p:spPr>
          <a:xfrm rot="269831">
            <a:off x="10894403" y="4279843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E23B8056-37A3-E03E-D805-F70587E388A5}"/>
              </a:ext>
            </a:extLst>
          </p:cNvPr>
          <p:cNvSpPr/>
          <p:nvPr/>
        </p:nvSpPr>
        <p:spPr>
          <a:xfrm rot="269831">
            <a:off x="10937059" y="4380233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73C8BB21-7531-5B10-FEBA-2FB23C9C6317}"/>
              </a:ext>
            </a:extLst>
          </p:cNvPr>
          <p:cNvSpPr/>
          <p:nvPr/>
        </p:nvSpPr>
        <p:spPr>
          <a:xfrm rot="269831">
            <a:off x="11206967" y="4924592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F2E426E5-8CFC-FF8F-7199-B45984F20E79}"/>
              </a:ext>
            </a:extLst>
          </p:cNvPr>
          <p:cNvSpPr/>
          <p:nvPr/>
        </p:nvSpPr>
        <p:spPr>
          <a:xfrm rot="269831">
            <a:off x="11213010" y="471692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2036090A-9BEE-80C6-4DC4-7115F718BEA5}"/>
              </a:ext>
            </a:extLst>
          </p:cNvPr>
          <p:cNvSpPr/>
          <p:nvPr/>
        </p:nvSpPr>
        <p:spPr>
          <a:xfrm rot="269831">
            <a:off x="10276118" y="4467086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95CE936C-E362-7B61-B57F-FD954F3EAA38}"/>
              </a:ext>
            </a:extLst>
          </p:cNvPr>
          <p:cNvSpPr/>
          <p:nvPr/>
        </p:nvSpPr>
        <p:spPr>
          <a:xfrm rot="269831">
            <a:off x="10281939" y="4457668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8B665428-6863-7CED-D787-C2967A2A2EBC}"/>
              </a:ext>
            </a:extLst>
          </p:cNvPr>
          <p:cNvSpPr/>
          <p:nvPr/>
        </p:nvSpPr>
        <p:spPr>
          <a:xfrm rot="269831">
            <a:off x="10264169" y="4233243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62F9DCC5-BE5F-B647-BFB7-B97F9083D924}"/>
              </a:ext>
            </a:extLst>
          </p:cNvPr>
          <p:cNvSpPr/>
          <p:nvPr/>
        </p:nvSpPr>
        <p:spPr>
          <a:xfrm rot="269831">
            <a:off x="10259622" y="4349047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CF602D6D-30E3-5C18-95F2-B3017ADB63C7}"/>
              </a:ext>
            </a:extLst>
          </p:cNvPr>
          <p:cNvSpPr/>
          <p:nvPr/>
        </p:nvSpPr>
        <p:spPr>
          <a:xfrm rot="269831">
            <a:off x="10259698" y="4347090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EA48377D-3D88-3E88-23D8-079A8699A0F2}"/>
              </a:ext>
            </a:extLst>
          </p:cNvPr>
          <p:cNvSpPr/>
          <p:nvPr/>
        </p:nvSpPr>
        <p:spPr>
          <a:xfrm rot="269831">
            <a:off x="10346124" y="4232777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57E4F59E-E2D8-16D1-226F-67B387898341}"/>
              </a:ext>
            </a:extLst>
          </p:cNvPr>
          <p:cNvSpPr/>
          <p:nvPr/>
        </p:nvSpPr>
        <p:spPr>
          <a:xfrm rot="269831">
            <a:off x="11081674" y="4315220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1358D21F-4263-876D-3E48-BDC8E822B755}"/>
              </a:ext>
            </a:extLst>
          </p:cNvPr>
          <p:cNvSpPr/>
          <p:nvPr/>
        </p:nvSpPr>
        <p:spPr>
          <a:xfrm rot="269831">
            <a:off x="11104623" y="4369773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4248AB79-D7B3-2807-28B2-039E89273D20}"/>
              </a:ext>
            </a:extLst>
          </p:cNvPr>
          <p:cNvSpPr/>
          <p:nvPr/>
        </p:nvSpPr>
        <p:spPr>
          <a:xfrm rot="269831">
            <a:off x="11116389" y="4385275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E1B95361-26CD-D2DC-1226-190D4D2DAB25}"/>
              </a:ext>
            </a:extLst>
          </p:cNvPr>
          <p:cNvSpPr/>
          <p:nvPr/>
        </p:nvSpPr>
        <p:spPr>
          <a:xfrm rot="269831">
            <a:off x="11155376" y="4394089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07124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B572D-A35D-22BD-6D87-B152A3E8C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6FB64432-A4B8-8F5F-E93D-BF9C0BDBC21E}"/>
              </a:ext>
            </a:extLst>
          </p:cNvPr>
          <p:cNvSpPr/>
          <p:nvPr/>
        </p:nvSpPr>
        <p:spPr>
          <a:xfrm>
            <a:off x="11546970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4F8E5AF4-D894-94B8-8732-863D53A86493}"/>
              </a:ext>
            </a:extLst>
          </p:cNvPr>
          <p:cNvSpPr/>
          <p:nvPr/>
        </p:nvSpPr>
        <p:spPr>
          <a:xfrm>
            <a:off x="11665819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F896CF77-CCEB-6772-3936-8193627AC664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0B972D2C-0E68-911F-EFB3-3EE4BFB73495}"/>
              </a:ext>
            </a:extLst>
          </p:cNvPr>
          <p:cNvSpPr/>
          <p:nvPr/>
        </p:nvSpPr>
        <p:spPr>
          <a:xfrm>
            <a:off x="11342167" y="536729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169BD906-4EB0-09DB-AED3-0D502F97F186}"/>
              </a:ext>
            </a:extLst>
          </p:cNvPr>
          <p:cNvSpPr/>
          <p:nvPr/>
        </p:nvSpPr>
        <p:spPr>
          <a:xfrm>
            <a:off x="11147817" y="535356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91514999-41FF-362B-D7E6-05BAA31496B1}"/>
              </a:ext>
            </a:extLst>
          </p:cNvPr>
          <p:cNvSpPr/>
          <p:nvPr/>
        </p:nvSpPr>
        <p:spPr>
          <a:xfrm>
            <a:off x="10872689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AF180732-A744-F117-640E-2128EE5FE9AD}"/>
              </a:ext>
            </a:extLst>
          </p:cNvPr>
          <p:cNvSpPr/>
          <p:nvPr/>
        </p:nvSpPr>
        <p:spPr>
          <a:xfrm>
            <a:off x="10902634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355A43DA-B281-1216-8E67-439BCD182096}"/>
              </a:ext>
            </a:extLst>
          </p:cNvPr>
          <p:cNvSpPr/>
          <p:nvPr/>
        </p:nvSpPr>
        <p:spPr>
          <a:xfrm>
            <a:off x="11209563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DD0CD788-2BD1-126F-6A2E-2FF50A43F633}"/>
              </a:ext>
            </a:extLst>
          </p:cNvPr>
          <p:cNvSpPr/>
          <p:nvPr/>
        </p:nvSpPr>
        <p:spPr>
          <a:xfrm>
            <a:off x="11207525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45A10002-F4A5-C03C-0FC0-B82FEF68664F}"/>
              </a:ext>
            </a:extLst>
          </p:cNvPr>
          <p:cNvSpPr/>
          <p:nvPr/>
        </p:nvSpPr>
        <p:spPr>
          <a:xfrm>
            <a:off x="10232259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E7B5B693-C10B-B007-C5F3-4D39A8592B1D}"/>
              </a:ext>
            </a:extLst>
          </p:cNvPr>
          <p:cNvSpPr/>
          <p:nvPr/>
        </p:nvSpPr>
        <p:spPr>
          <a:xfrm>
            <a:off x="10237533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463F43CF-A752-00BC-7B06-D6AFA3394C17}"/>
              </a:ext>
            </a:extLst>
          </p:cNvPr>
          <p:cNvSpPr/>
          <p:nvPr/>
        </p:nvSpPr>
        <p:spPr>
          <a:xfrm>
            <a:off x="10211365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FEB5619C-964A-ED0B-009C-90E7F55E091C}"/>
              </a:ext>
            </a:extLst>
          </p:cNvPr>
          <p:cNvSpPr/>
          <p:nvPr/>
        </p:nvSpPr>
        <p:spPr>
          <a:xfrm>
            <a:off x="10211365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9098CDC6-3E76-5780-0D02-A66479BFCB17}"/>
              </a:ext>
            </a:extLst>
          </p:cNvPr>
          <p:cNvSpPr/>
          <p:nvPr/>
        </p:nvSpPr>
        <p:spPr>
          <a:xfrm>
            <a:off x="10211365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CE3A03A8-D35A-18D7-1B0D-173B5A634946}"/>
              </a:ext>
            </a:extLst>
          </p:cNvPr>
          <p:cNvSpPr/>
          <p:nvPr/>
        </p:nvSpPr>
        <p:spPr>
          <a:xfrm>
            <a:off x="10286967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965333D4-E050-9846-010A-9A679B12A297}"/>
              </a:ext>
            </a:extLst>
          </p:cNvPr>
          <p:cNvSpPr/>
          <p:nvPr/>
        </p:nvSpPr>
        <p:spPr>
          <a:xfrm>
            <a:off x="11027434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005AACD4-8F3A-6FF9-A1D0-3E2484837298}"/>
              </a:ext>
            </a:extLst>
          </p:cNvPr>
          <p:cNvSpPr/>
          <p:nvPr/>
        </p:nvSpPr>
        <p:spPr>
          <a:xfrm>
            <a:off x="11050741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0CB32CA1-58F4-AA67-1DCD-0E8E9166470A}"/>
              </a:ext>
            </a:extLst>
          </p:cNvPr>
          <p:cNvSpPr/>
          <p:nvPr/>
        </p:nvSpPr>
        <p:spPr>
          <a:xfrm>
            <a:off x="11062616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4C5095EA-17E2-B2C9-6E22-3106DA890725}"/>
              </a:ext>
            </a:extLst>
          </p:cNvPr>
          <p:cNvSpPr/>
          <p:nvPr/>
        </p:nvSpPr>
        <p:spPr>
          <a:xfrm>
            <a:off x="11100448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39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38873-4909-494E-9221-F02D94E1C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93657E73-76E3-C5A2-78E9-9D6E5C33C793}"/>
              </a:ext>
            </a:extLst>
          </p:cNvPr>
          <p:cNvSpPr/>
          <p:nvPr/>
        </p:nvSpPr>
        <p:spPr>
          <a:xfrm rot="21316389">
            <a:off x="11557256" y="5351671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64BB5694-9F13-2DE4-ADB2-6BB7CB5BE7E9}"/>
              </a:ext>
            </a:extLst>
          </p:cNvPr>
          <p:cNvSpPr/>
          <p:nvPr/>
        </p:nvSpPr>
        <p:spPr>
          <a:xfrm rot="21316389">
            <a:off x="11683727" y="5554557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9FA3C0F2-9B97-F4A7-2013-2576CA6638F2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E8B49B8D-3EAA-BC2A-3A7D-146732FEF498}"/>
              </a:ext>
            </a:extLst>
          </p:cNvPr>
          <p:cNvSpPr/>
          <p:nvPr/>
        </p:nvSpPr>
        <p:spPr>
          <a:xfrm>
            <a:off x="11342167" y="536729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76715417-12D2-1EE6-D409-EF736FCCC0BB}"/>
              </a:ext>
            </a:extLst>
          </p:cNvPr>
          <p:cNvSpPr/>
          <p:nvPr/>
        </p:nvSpPr>
        <p:spPr>
          <a:xfrm>
            <a:off x="11147817" y="535356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BDE9FCE8-9A66-03AB-D499-862583EABAF7}"/>
              </a:ext>
            </a:extLst>
          </p:cNvPr>
          <p:cNvSpPr/>
          <p:nvPr/>
        </p:nvSpPr>
        <p:spPr>
          <a:xfrm rot="21316389">
            <a:off x="10819279" y="4296716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E1B045FA-D83C-6791-11D6-53EEFC294D42}"/>
              </a:ext>
            </a:extLst>
          </p:cNvPr>
          <p:cNvSpPr/>
          <p:nvPr/>
        </p:nvSpPr>
        <p:spPr>
          <a:xfrm rot="21316389">
            <a:off x="10837382" y="443391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5C31FE39-7FBF-B304-C884-5EFE1B795315}"/>
              </a:ext>
            </a:extLst>
          </p:cNvPr>
          <p:cNvSpPr/>
          <p:nvPr/>
        </p:nvSpPr>
        <p:spPr>
          <a:xfrm rot="21316389">
            <a:off x="11180429" y="4910502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9C090E24-A377-A01A-37E8-80ADD4AC24C8}"/>
              </a:ext>
            </a:extLst>
          </p:cNvPr>
          <p:cNvSpPr/>
          <p:nvPr/>
        </p:nvSpPr>
        <p:spPr>
          <a:xfrm rot="21316389">
            <a:off x="11169863" y="4702012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362A16A6-E827-B2F9-4AC6-791E1B11A96D}"/>
              </a:ext>
            </a:extLst>
          </p:cNvPr>
          <p:cNvSpPr/>
          <p:nvPr/>
        </p:nvSpPr>
        <p:spPr>
          <a:xfrm rot="21316389">
            <a:off x="10160022" y="4591752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2B30677C-0CAB-BAD6-2D5A-094BD2BB9412}"/>
              </a:ext>
            </a:extLst>
          </p:cNvPr>
          <p:cNvSpPr/>
          <p:nvPr/>
        </p:nvSpPr>
        <p:spPr>
          <a:xfrm rot="21316389">
            <a:off x="10165764" y="4607615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BDCA67D7-48A9-F967-7018-07791AD96994}"/>
              </a:ext>
            </a:extLst>
          </p:cNvPr>
          <p:cNvSpPr/>
          <p:nvPr/>
        </p:nvSpPr>
        <p:spPr>
          <a:xfrm rot="21316389">
            <a:off x="10129880" y="4361660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B33A0A58-20A6-AE8E-F16F-CC9E401347D2}"/>
              </a:ext>
            </a:extLst>
          </p:cNvPr>
          <p:cNvSpPr/>
          <p:nvPr/>
        </p:nvSpPr>
        <p:spPr>
          <a:xfrm rot="21316389">
            <a:off x="10134999" y="4485692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AE02CA54-652F-3F84-53CF-20FC1A908800}"/>
              </a:ext>
            </a:extLst>
          </p:cNvPr>
          <p:cNvSpPr/>
          <p:nvPr/>
        </p:nvSpPr>
        <p:spPr>
          <a:xfrm rot="21316389">
            <a:off x="10136243" y="451582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1F2DDB9E-80B7-49FB-3DA3-A217B1D214C0}"/>
              </a:ext>
            </a:extLst>
          </p:cNvPr>
          <p:cNvSpPr/>
          <p:nvPr/>
        </p:nvSpPr>
        <p:spPr>
          <a:xfrm rot="21316389">
            <a:off x="10198865" y="4362679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3EE88767-4ADF-B593-22C5-38C8D488A5B2}"/>
              </a:ext>
            </a:extLst>
          </p:cNvPr>
          <p:cNvSpPr/>
          <p:nvPr/>
        </p:nvSpPr>
        <p:spPr>
          <a:xfrm rot="21316389">
            <a:off x="10941216" y="4365541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612D4421-1554-9B64-579D-EC29446AE3A2}"/>
              </a:ext>
            </a:extLst>
          </p:cNvPr>
          <p:cNvSpPr/>
          <p:nvPr/>
        </p:nvSpPr>
        <p:spPr>
          <a:xfrm rot="21316389">
            <a:off x="10964921" y="4420620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6E693DC1-26B1-6209-4403-6D52B8AFC3CB}"/>
              </a:ext>
            </a:extLst>
          </p:cNvPr>
          <p:cNvSpPr/>
          <p:nvPr/>
        </p:nvSpPr>
        <p:spPr>
          <a:xfrm rot="21316389">
            <a:off x="10976926" y="4436501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F46E3AE1-6E38-DAC6-74DF-22FA060C7049}"/>
              </a:ext>
            </a:extLst>
          </p:cNvPr>
          <p:cNvSpPr/>
          <p:nvPr/>
        </p:nvSpPr>
        <p:spPr>
          <a:xfrm rot="21316389">
            <a:off x="11013428" y="44425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83993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8D9D6-B312-035E-F03E-1DB570B04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8803D1D7-5B87-CD44-839C-40462EFACA3B}"/>
              </a:ext>
            </a:extLst>
          </p:cNvPr>
          <p:cNvSpPr/>
          <p:nvPr/>
        </p:nvSpPr>
        <p:spPr>
          <a:xfrm>
            <a:off x="11546970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C1B9C0D9-3964-AFEB-33AA-3CB9D067EBAB}"/>
              </a:ext>
            </a:extLst>
          </p:cNvPr>
          <p:cNvSpPr/>
          <p:nvPr/>
        </p:nvSpPr>
        <p:spPr>
          <a:xfrm>
            <a:off x="11665819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13504D10-050F-0ECE-780A-B5CAEEAC82D2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576A629A-EEF6-8244-F959-C8855BE12C97}"/>
              </a:ext>
            </a:extLst>
          </p:cNvPr>
          <p:cNvSpPr/>
          <p:nvPr/>
        </p:nvSpPr>
        <p:spPr>
          <a:xfrm>
            <a:off x="11342167" y="536729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D373BE9B-39B1-6F79-A5C4-5E41C2ED8FD2}"/>
              </a:ext>
            </a:extLst>
          </p:cNvPr>
          <p:cNvSpPr/>
          <p:nvPr/>
        </p:nvSpPr>
        <p:spPr>
          <a:xfrm>
            <a:off x="11147817" y="535356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C1E48DF5-0126-33D5-237E-85DEDE9F84AB}"/>
              </a:ext>
            </a:extLst>
          </p:cNvPr>
          <p:cNvSpPr/>
          <p:nvPr/>
        </p:nvSpPr>
        <p:spPr>
          <a:xfrm>
            <a:off x="10872689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4FBBE8FA-56F6-0311-66B7-DE0C98681DF6}"/>
              </a:ext>
            </a:extLst>
          </p:cNvPr>
          <p:cNvSpPr/>
          <p:nvPr/>
        </p:nvSpPr>
        <p:spPr>
          <a:xfrm>
            <a:off x="10902634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749099DB-094A-5FB4-F26E-D9A585F0D722}"/>
              </a:ext>
            </a:extLst>
          </p:cNvPr>
          <p:cNvSpPr/>
          <p:nvPr/>
        </p:nvSpPr>
        <p:spPr>
          <a:xfrm>
            <a:off x="11209563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73B71110-3B8A-500D-20A5-0B7DB92EF4C3}"/>
              </a:ext>
            </a:extLst>
          </p:cNvPr>
          <p:cNvSpPr/>
          <p:nvPr/>
        </p:nvSpPr>
        <p:spPr>
          <a:xfrm>
            <a:off x="11207525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0B206337-C3CD-CDF0-021E-C344D33AAE16}"/>
              </a:ext>
            </a:extLst>
          </p:cNvPr>
          <p:cNvSpPr/>
          <p:nvPr/>
        </p:nvSpPr>
        <p:spPr>
          <a:xfrm>
            <a:off x="10232259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649B0DAF-B024-5C98-634C-4824811302DF}"/>
              </a:ext>
            </a:extLst>
          </p:cNvPr>
          <p:cNvSpPr/>
          <p:nvPr/>
        </p:nvSpPr>
        <p:spPr>
          <a:xfrm>
            <a:off x="10237533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6125E1C9-0838-D4BC-FDE1-E1A695058B44}"/>
              </a:ext>
            </a:extLst>
          </p:cNvPr>
          <p:cNvSpPr/>
          <p:nvPr/>
        </p:nvSpPr>
        <p:spPr>
          <a:xfrm>
            <a:off x="10211365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47BD92C8-7F9B-CCFD-BA38-2EA7D5873AD6}"/>
              </a:ext>
            </a:extLst>
          </p:cNvPr>
          <p:cNvSpPr/>
          <p:nvPr/>
        </p:nvSpPr>
        <p:spPr>
          <a:xfrm>
            <a:off x="10211365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0DC4E708-E325-5953-2BA2-5D31FCFCEF84}"/>
              </a:ext>
            </a:extLst>
          </p:cNvPr>
          <p:cNvSpPr/>
          <p:nvPr/>
        </p:nvSpPr>
        <p:spPr>
          <a:xfrm>
            <a:off x="10211365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A70C7AC9-4122-3824-2900-16CB61FA7E0E}"/>
              </a:ext>
            </a:extLst>
          </p:cNvPr>
          <p:cNvSpPr/>
          <p:nvPr/>
        </p:nvSpPr>
        <p:spPr>
          <a:xfrm>
            <a:off x="10286967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B83FB037-ABD2-EDD5-B2D8-AAF761EAA5CF}"/>
              </a:ext>
            </a:extLst>
          </p:cNvPr>
          <p:cNvSpPr/>
          <p:nvPr/>
        </p:nvSpPr>
        <p:spPr>
          <a:xfrm>
            <a:off x="11027434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4797C5BC-56C5-41CE-F4E9-DD0A648FD99A}"/>
              </a:ext>
            </a:extLst>
          </p:cNvPr>
          <p:cNvSpPr/>
          <p:nvPr/>
        </p:nvSpPr>
        <p:spPr>
          <a:xfrm>
            <a:off x="11050741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287C366A-7815-0883-A854-16D577422BB6}"/>
              </a:ext>
            </a:extLst>
          </p:cNvPr>
          <p:cNvSpPr/>
          <p:nvPr/>
        </p:nvSpPr>
        <p:spPr>
          <a:xfrm>
            <a:off x="11062616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E5EED47A-062A-5044-DDED-309876A9AAF7}"/>
              </a:ext>
            </a:extLst>
          </p:cNvPr>
          <p:cNvSpPr/>
          <p:nvPr/>
        </p:nvSpPr>
        <p:spPr>
          <a:xfrm>
            <a:off x="11100448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518813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3000">
        <p159:morph option="byObject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67B13-0472-21D2-E653-4C25C9B40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7D40406B-6657-FA52-F700-400F27CCE782}"/>
              </a:ext>
            </a:extLst>
          </p:cNvPr>
          <p:cNvSpPr/>
          <p:nvPr/>
        </p:nvSpPr>
        <p:spPr>
          <a:xfrm>
            <a:off x="11538503" y="533164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A147CA4A-5C96-C3CE-8AC9-1B2A7AE4AB91}"/>
              </a:ext>
            </a:extLst>
          </p:cNvPr>
          <p:cNvSpPr/>
          <p:nvPr/>
        </p:nvSpPr>
        <p:spPr>
          <a:xfrm>
            <a:off x="11657352" y="553408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5C308BAF-9466-96B8-5EFB-B79DD7820430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8B806A5A-2FB7-055E-8DA2-3CDB7C8A63F3}"/>
              </a:ext>
            </a:extLst>
          </p:cNvPr>
          <p:cNvSpPr/>
          <p:nvPr/>
        </p:nvSpPr>
        <p:spPr>
          <a:xfrm>
            <a:off x="11342167" y="5322846"/>
            <a:ext cx="167476" cy="24301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38BD19B0-E12F-AE68-AD06-9DB41C7D6FA0}"/>
              </a:ext>
            </a:extLst>
          </p:cNvPr>
          <p:cNvSpPr/>
          <p:nvPr/>
        </p:nvSpPr>
        <p:spPr>
          <a:xfrm>
            <a:off x="11147817" y="5322846"/>
            <a:ext cx="167476" cy="229287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A3013CF8-0591-A5DB-076C-A68CF014C949}"/>
              </a:ext>
            </a:extLst>
          </p:cNvPr>
          <p:cNvSpPr/>
          <p:nvPr/>
        </p:nvSpPr>
        <p:spPr>
          <a:xfrm>
            <a:off x="10864222" y="423888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0FDFBA56-0D15-6607-F45E-DC125C84F134}"/>
              </a:ext>
            </a:extLst>
          </p:cNvPr>
          <p:cNvSpPr/>
          <p:nvPr/>
        </p:nvSpPr>
        <p:spPr>
          <a:xfrm>
            <a:off x="10894167" y="435672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23683B59-B772-0D93-CCA4-3342C5997B2B}"/>
              </a:ext>
            </a:extLst>
          </p:cNvPr>
          <p:cNvSpPr/>
          <p:nvPr/>
        </p:nvSpPr>
        <p:spPr>
          <a:xfrm>
            <a:off x="11201096" y="486951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5245E216-8C31-3163-8F5F-4B771023C6F9}"/>
              </a:ext>
            </a:extLst>
          </p:cNvPr>
          <p:cNvSpPr/>
          <p:nvPr/>
        </p:nvSpPr>
        <p:spPr>
          <a:xfrm>
            <a:off x="11199058" y="466111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5375D5E9-3108-E17C-8CC5-3D5EE79D43C3}"/>
              </a:ext>
            </a:extLst>
          </p:cNvPr>
          <p:cNvSpPr/>
          <p:nvPr/>
        </p:nvSpPr>
        <p:spPr>
          <a:xfrm>
            <a:off x="10223792" y="447785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5E29D392-2B2F-F19B-3E4A-B77F8410799F}"/>
              </a:ext>
            </a:extLst>
          </p:cNvPr>
          <p:cNvSpPr/>
          <p:nvPr/>
        </p:nvSpPr>
        <p:spPr>
          <a:xfrm>
            <a:off x="10229066" y="448076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667E5ACB-04F0-8DC7-FD69-05D8CB069B9F}"/>
              </a:ext>
            </a:extLst>
          </p:cNvPr>
          <p:cNvSpPr/>
          <p:nvPr/>
        </p:nvSpPr>
        <p:spPr>
          <a:xfrm>
            <a:off x="10202898" y="424547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18174093-DCFE-CB31-A89E-8A727E614AA2}"/>
              </a:ext>
            </a:extLst>
          </p:cNvPr>
          <p:cNvSpPr/>
          <p:nvPr/>
        </p:nvSpPr>
        <p:spPr>
          <a:xfrm>
            <a:off x="10202898" y="436548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498BA559-CF1B-0B7D-245E-8179DE375E0E}"/>
              </a:ext>
            </a:extLst>
          </p:cNvPr>
          <p:cNvSpPr/>
          <p:nvPr/>
        </p:nvSpPr>
        <p:spPr>
          <a:xfrm>
            <a:off x="10202898" y="437919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670FE6F9-B597-A239-08D8-EC772F239418}"/>
              </a:ext>
            </a:extLst>
          </p:cNvPr>
          <p:cNvSpPr/>
          <p:nvPr/>
        </p:nvSpPr>
        <p:spPr>
          <a:xfrm>
            <a:off x="10278500" y="424547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626682AB-688E-CF89-96EC-C6D8DEBEA224}"/>
              </a:ext>
            </a:extLst>
          </p:cNvPr>
          <p:cNvSpPr/>
          <p:nvPr/>
        </p:nvSpPr>
        <p:spPr>
          <a:xfrm>
            <a:off x="11018967" y="428925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438D317A-2E2F-3AA2-7F7B-8A0646408A1E}"/>
              </a:ext>
            </a:extLst>
          </p:cNvPr>
          <p:cNvSpPr/>
          <p:nvPr/>
        </p:nvSpPr>
        <p:spPr>
          <a:xfrm>
            <a:off x="11042274" y="434407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D5465C02-267B-99F3-AF00-BAA9F357C579}"/>
              </a:ext>
            </a:extLst>
          </p:cNvPr>
          <p:cNvSpPr/>
          <p:nvPr/>
        </p:nvSpPr>
        <p:spPr>
          <a:xfrm>
            <a:off x="11054149" y="435976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8121ED8A-284A-5B48-BA0A-A0CA09B66760}"/>
              </a:ext>
            </a:extLst>
          </p:cNvPr>
          <p:cNvSpPr/>
          <p:nvPr/>
        </p:nvSpPr>
        <p:spPr>
          <a:xfrm>
            <a:off x="11091981" y="436717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863897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DC5FC-941B-F4F6-88DB-C9E343FEA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18FF6A1E-56F2-BAFB-8A72-F1E72D218F7E}"/>
              </a:ext>
            </a:extLst>
          </p:cNvPr>
          <p:cNvSpPr/>
          <p:nvPr/>
        </p:nvSpPr>
        <p:spPr>
          <a:xfrm rot="19936533">
            <a:off x="11640081" y="497993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09B6BB81-CADF-B28A-A28B-1BBA42D6D91B}"/>
              </a:ext>
            </a:extLst>
          </p:cNvPr>
          <p:cNvSpPr/>
          <p:nvPr/>
        </p:nvSpPr>
        <p:spPr>
          <a:xfrm rot="19936533">
            <a:off x="11802840" y="5176091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203E31FD-B2CE-7506-980A-CECB0854D2BF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B0E8EFA7-7C0B-88EC-432F-A89A3D8F2013}"/>
              </a:ext>
            </a:extLst>
          </p:cNvPr>
          <p:cNvSpPr/>
          <p:nvPr/>
        </p:nvSpPr>
        <p:spPr>
          <a:xfrm>
            <a:off x="11324574" y="5080563"/>
            <a:ext cx="167476" cy="24301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D641728D-3E3E-58E0-B384-6165645F78DB}"/>
              </a:ext>
            </a:extLst>
          </p:cNvPr>
          <p:cNvSpPr/>
          <p:nvPr/>
        </p:nvSpPr>
        <p:spPr>
          <a:xfrm>
            <a:off x="11134126" y="5085138"/>
            <a:ext cx="167476" cy="229287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8B8A0339-51D9-D57B-9D11-50ED0414FDDE}"/>
              </a:ext>
            </a:extLst>
          </p:cNvPr>
          <p:cNvSpPr/>
          <p:nvPr/>
        </p:nvSpPr>
        <p:spPr>
          <a:xfrm>
            <a:off x="10866338" y="400560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673C6940-49E5-74F6-C3C9-027E93213C6D}"/>
              </a:ext>
            </a:extLst>
          </p:cNvPr>
          <p:cNvSpPr/>
          <p:nvPr/>
        </p:nvSpPr>
        <p:spPr>
          <a:xfrm>
            <a:off x="10896283" y="412344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AA6B6CB2-D965-1040-0758-ED17235508C9}"/>
              </a:ext>
            </a:extLst>
          </p:cNvPr>
          <p:cNvSpPr/>
          <p:nvPr/>
        </p:nvSpPr>
        <p:spPr>
          <a:xfrm rot="20445893">
            <a:off x="11265131" y="4585530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F98592EC-9A38-6A9E-D0C2-C56A682A5F15}"/>
              </a:ext>
            </a:extLst>
          </p:cNvPr>
          <p:cNvSpPr/>
          <p:nvPr/>
        </p:nvSpPr>
        <p:spPr>
          <a:xfrm rot="20445893">
            <a:off x="11228776" y="4381145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BB99F723-F645-6B72-4149-D35C6FAD985A}"/>
              </a:ext>
            </a:extLst>
          </p:cNvPr>
          <p:cNvSpPr/>
          <p:nvPr/>
        </p:nvSpPr>
        <p:spPr>
          <a:xfrm>
            <a:off x="10225908" y="424457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65220643-9EA5-6F46-A359-AED05D564B5C}"/>
              </a:ext>
            </a:extLst>
          </p:cNvPr>
          <p:cNvSpPr/>
          <p:nvPr/>
        </p:nvSpPr>
        <p:spPr>
          <a:xfrm>
            <a:off x="10231182" y="424748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3A26BE16-6D77-967D-02E9-3964CC3283A5}"/>
              </a:ext>
            </a:extLst>
          </p:cNvPr>
          <p:cNvSpPr/>
          <p:nvPr/>
        </p:nvSpPr>
        <p:spPr>
          <a:xfrm>
            <a:off x="10205014" y="401219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8642A425-2CF8-01D5-3AAE-AB645D502C97}"/>
              </a:ext>
            </a:extLst>
          </p:cNvPr>
          <p:cNvSpPr/>
          <p:nvPr/>
        </p:nvSpPr>
        <p:spPr>
          <a:xfrm>
            <a:off x="10205014" y="413220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BADF6627-2ABA-D487-B258-103CE7274C58}"/>
              </a:ext>
            </a:extLst>
          </p:cNvPr>
          <p:cNvSpPr/>
          <p:nvPr/>
        </p:nvSpPr>
        <p:spPr>
          <a:xfrm>
            <a:off x="10205014" y="414591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ABB9FD54-80E0-5957-182E-9502F46E4FE6}"/>
              </a:ext>
            </a:extLst>
          </p:cNvPr>
          <p:cNvSpPr/>
          <p:nvPr/>
        </p:nvSpPr>
        <p:spPr>
          <a:xfrm>
            <a:off x="10280616" y="401219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0A9BA2C4-A4BC-1202-6574-44E0C23A627C}"/>
              </a:ext>
            </a:extLst>
          </p:cNvPr>
          <p:cNvSpPr/>
          <p:nvPr/>
        </p:nvSpPr>
        <p:spPr>
          <a:xfrm>
            <a:off x="11021083" y="405597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6670D5D4-A2D2-0AC9-ED28-CA4AA9E6CEA5}"/>
              </a:ext>
            </a:extLst>
          </p:cNvPr>
          <p:cNvSpPr/>
          <p:nvPr/>
        </p:nvSpPr>
        <p:spPr>
          <a:xfrm>
            <a:off x="11044390" y="411079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7951139B-FC0E-3C64-2FBF-1DB081A0C295}"/>
              </a:ext>
            </a:extLst>
          </p:cNvPr>
          <p:cNvSpPr/>
          <p:nvPr/>
        </p:nvSpPr>
        <p:spPr>
          <a:xfrm>
            <a:off x="11056265" y="412648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B7485E33-56F9-2567-CAA0-DCA62B4D67AF}"/>
              </a:ext>
            </a:extLst>
          </p:cNvPr>
          <p:cNvSpPr/>
          <p:nvPr/>
        </p:nvSpPr>
        <p:spPr>
          <a:xfrm>
            <a:off x="11094097" y="413389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817005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8DB2-F467-5FEC-9E92-5F88B08BD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295EE92D-03A4-B5E9-E1A0-EDD3E4E2B86D}"/>
              </a:ext>
            </a:extLst>
          </p:cNvPr>
          <p:cNvSpPr/>
          <p:nvPr/>
        </p:nvSpPr>
        <p:spPr>
          <a:xfrm rot="19699318">
            <a:off x="11651901" y="4740641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713A8441-19B9-87D5-9126-92DD6A45C5E1}"/>
              </a:ext>
            </a:extLst>
          </p:cNvPr>
          <p:cNvSpPr/>
          <p:nvPr/>
        </p:nvSpPr>
        <p:spPr>
          <a:xfrm rot="19699318">
            <a:off x="11820495" y="4934203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EEA91C7C-081B-20EE-1CB7-6C32C217E17B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ECBADBBF-8CAF-3722-8189-F7FD1FC3F458}"/>
              </a:ext>
            </a:extLst>
          </p:cNvPr>
          <p:cNvSpPr/>
          <p:nvPr/>
        </p:nvSpPr>
        <p:spPr>
          <a:xfrm>
            <a:off x="11324574" y="4874001"/>
            <a:ext cx="167476" cy="24301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FA554012-26C8-1568-A78F-E9ABF7DC1F3A}"/>
              </a:ext>
            </a:extLst>
          </p:cNvPr>
          <p:cNvSpPr/>
          <p:nvPr/>
        </p:nvSpPr>
        <p:spPr>
          <a:xfrm>
            <a:off x="11134126" y="4878576"/>
            <a:ext cx="167476" cy="229287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5BBA0233-8EB8-4CD9-6C60-B91034DC6ED9}"/>
              </a:ext>
            </a:extLst>
          </p:cNvPr>
          <p:cNvSpPr/>
          <p:nvPr/>
        </p:nvSpPr>
        <p:spPr>
          <a:xfrm>
            <a:off x="10866338" y="3790776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17E156F9-A6A7-0DC5-4349-B5BFA7FDD39C}"/>
              </a:ext>
            </a:extLst>
          </p:cNvPr>
          <p:cNvSpPr/>
          <p:nvPr/>
        </p:nvSpPr>
        <p:spPr>
          <a:xfrm>
            <a:off x="10896283" y="3908617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FDB7354D-982F-E4DC-20DE-A1C27B0FC376}"/>
              </a:ext>
            </a:extLst>
          </p:cNvPr>
          <p:cNvSpPr/>
          <p:nvPr/>
        </p:nvSpPr>
        <p:spPr>
          <a:xfrm rot="19689284">
            <a:off x="11312169" y="4319681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A654E2E2-C150-242F-0316-6DBDF5F825AE}"/>
              </a:ext>
            </a:extLst>
          </p:cNvPr>
          <p:cNvSpPr/>
          <p:nvPr/>
        </p:nvSpPr>
        <p:spPr>
          <a:xfrm rot="19689284">
            <a:off x="11254847" y="4124025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248A13EE-4DAE-0051-2790-21CDD796FBF3}"/>
              </a:ext>
            </a:extLst>
          </p:cNvPr>
          <p:cNvSpPr/>
          <p:nvPr/>
        </p:nvSpPr>
        <p:spPr>
          <a:xfrm rot="20791394">
            <a:off x="10202193" y="4093384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8A4B1A70-352A-E947-91EF-D3A28ED74F3F}"/>
              </a:ext>
            </a:extLst>
          </p:cNvPr>
          <p:cNvSpPr/>
          <p:nvPr/>
        </p:nvSpPr>
        <p:spPr>
          <a:xfrm rot="20791394">
            <a:off x="10211608" y="4132949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552A810F-FFA3-2B0C-5B76-3717929CFDE2}"/>
              </a:ext>
            </a:extLst>
          </p:cNvPr>
          <p:cNvSpPr/>
          <p:nvPr/>
        </p:nvSpPr>
        <p:spPr>
          <a:xfrm>
            <a:off x="10205014" y="3797367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FB10FE40-5F71-7CD4-0E3C-50D68536C053}"/>
              </a:ext>
            </a:extLst>
          </p:cNvPr>
          <p:cNvSpPr/>
          <p:nvPr/>
        </p:nvSpPr>
        <p:spPr>
          <a:xfrm>
            <a:off x="10205014" y="3917377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AEC47328-1BAD-9D15-F0A3-A55848678B03}"/>
              </a:ext>
            </a:extLst>
          </p:cNvPr>
          <p:cNvSpPr/>
          <p:nvPr/>
        </p:nvSpPr>
        <p:spPr>
          <a:xfrm>
            <a:off x="10205014" y="3931090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18E80B92-8FB7-333B-6C52-AE17E9BF28A9}"/>
              </a:ext>
            </a:extLst>
          </p:cNvPr>
          <p:cNvSpPr/>
          <p:nvPr/>
        </p:nvSpPr>
        <p:spPr>
          <a:xfrm>
            <a:off x="10280616" y="3797364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7E8F4401-EE55-CB2E-C213-6C9E2321C9E6}"/>
              </a:ext>
            </a:extLst>
          </p:cNvPr>
          <p:cNvSpPr/>
          <p:nvPr/>
        </p:nvSpPr>
        <p:spPr>
          <a:xfrm>
            <a:off x="11021083" y="3841145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8BBFCB2E-5ADC-87DE-AA94-4A4217748A2A}"/>
              </a:ext>
            </a:extLst>
          </p:cNvPr>
          <p:cNvSpPr/>
          <p:nvPr/>
        </p:nvSpPr>
        <p:spPr>
          <a:xfrm>
            <a:off x="11044390" y="3895970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5DB2B43E-D0E5-2CE0-A371-8E778EBB96E0}"/>
              </a:ext>
            </a:extLst>
          </p:cNvPr>
          <p:cNvSpPr/>
          <p:nvPr/>
        </p:nvSpPr>
        <p:spPr>
          <a:xfrm>
            <a:off x="11056265" y="3911661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A9DFB889-D921-0F70-23B6-94241F8AC9DA}"/>
              </a:ext>
            </a:extLst>
          </p:cNvPr>
          <p:cNvSpPr/>
          <p:nvPr/>
        </p:nvSpPr>
        <p:spPr>
          <a:xfrm>
            <a:off x="11094097" y="3919063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28964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08CC1-C992-5BBF-529C-FAF9C4952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A95D90B1-097C-4C00-AF64-F35602F02059}"/>
              </a:ext>
            </a:extLst>
          </p:cNvPr>
          <p:cNvSpPr/>
          <p:nvPr/>
        </p:nvSpPr>
        <p:spPr>
          <a:xfrm rot="19936533">
            <a:off x="11640081" y="497993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F796C1A3-93E2-F4C7-E7C3-973A8ADF7B73}"/>
              </a:ext>
            </a:extLst>
          </p:cNvPr>
          <p:cNvSpPr/>
          <p:nvPr/>
        </p:nvSpPr>
        <p:spPr>
          <a:xfrm rot="19936533">
            <a:off x="11802840" y="5176091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11B2B4C8-E67F-F276-323E-CAD9FE1E1E9A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A07A4230-0908-67A3-8123-37CAAA610771}"/>
              </a:ext>
            </a:extLst>
          </p:cNvPr>
          <p:cNvSpPr/>
          <p:nvPr/>
        </p:nvSpPr>
        <p:spPr>
          <a:xfrm>
            <a:off x="11324574" y="5080563"/>
            <a:ext cx="167476" cy="24301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F04555F4-AC25-0B86-B0FC-77A41079E281}"/>
              </a:ext>
            </a:extLst>
          </p:cNvPr>
          <p:cNvSpPr/>
          <p:nvPr/>
        </p:nvSpPr>
        <p:spPr>
          <a:xfrm>
            <a:off x="11134126" y="5085138"/>
            <a:ext cx="167476" cy="229287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54461B4D-1BAF-6306-AFE5-6C97BB442A14}"/>
              </a:ext>
            </a:extLst>
          </p:cNvPr>
          <p:cNvSpPr/>
          <p:nvPr/>
        </p:nvSpPr>
        <p:spPr>
          <a:xfrm>
            <a:off x="10866338" y="400560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87618583-B352-FCA1-85EF-5F6B17A22B1C}"/>
              </a:ext>
            </a:extLst>
          </p:cNvPr>
          <p:cNvSpPr/>
          <p:nvPr/>
        </p:nvSpPr>
        <p:spPr>
          <a:xfrm>
            <a:off x="10896283" y="412344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82C617C8-2E69-0DEB-3589-86DA6222AC29}"/>
              </a:ext>
            </a:extLst>
          </p:cNvPr>
          <p:cNvSpPr/>
          <p:nvPr/>
        </p:nvSpPr>
        <p:spPr>
          <a:xfrm rot="20445893">
            <a:off x="11265131" y="4585530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E001D4ED-151F-509A-39D2-95D2E2D754BE}"/>
              </a:ext>
            </a:extLst>
          </p:cNvPr>
          <p:cNvSpPr/>
          <p:nvPr/>
        </p:nvSpPr>
        <p:spPr>
          <a:xfrm rot="20445893">
            <a:off x="11228776" y="4381145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 dirty="0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00CA3497-DB7C-63D6-AA69-A1CE335516B4}"/>
              </a:ext>
            </a:extLst>
          </p:cNvPr>
          <p:cNvSpPr/>
          <p:nvPr/>
        </p:nvSpPr>
        <p:spPr>
          <a:xfrm>
            <a:off x="10225908" y="424457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51268BCC-043A-2903-E36D-F14E101392D4}"/>
              </a:ext>
            </a:extLst>
          </p:cNvPr>
          <p:cNvSpPr/>
          <p:nvPr/>
        </p:nvSpPr>
        <p:spPr>
          <a:xfrm>
            <a:off x="10231182" y="424748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C504AB3B-23ED-54F8-692E-2C3CB7B3CD76}"/>
              </a:ext>
            </a:extLst>
          </p:cNvPr>
          <p:cNvSpPr/>
          <p:nvPr/>
        </p:nvSpPr>
        <p:spPr>
          <a:xfrm>
            <a:off x="10205014" y="401219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201E8286-0989-096E-86BE-695C40F4FD07}"/>
              </a:ext>
            </a:extLst>
          </p:cNvPr>
          <p:cNvSpPr/>
          <p:nvPr/>
        </p:nvSpPr>
        <p:spPr>
          <a:xfrm>
            <a:off x="10205014" y="413220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78471EDB-7938-C5B4-1D25-A613CF40DC96}"/>
              </a:ext>
            </a:extLst>
          </p:cNvPr>
          <p:cNvSpPr/>
          <p:nvPr/>
        </p:nvSpPr>
        <p:spPr>
          <a:xfrm>
            <a:off x="10205014" y="414591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EF93ADD9-347D-60E8-DBE1-BF96E429BE89}"/>
              </a:ext>
            </a:extLst>
          </p:cNvPr>
          <p:cNvSpPr/>
          <p:nvPr/>
        </p:nvSpPr>
        <p:spPr>
          <a:xfrm>
            <a:off x="10280616" y="401219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0B9C46F3-A47D-41D1-4702-B2B3C1F654D2}"/>
              </a:ext>
            </a:extLst>
          </p:cNvPr>
          <p:cNvSpPr/>
          <p:nvPr/>
        </p:nvSpPr>
        <p:spPr>
          <a:xfrm>
            <a:off x="11021083" y="405597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EC9D4F59-A1D5-C640-8227-1CDBEA423483}"/>
              </a:ext>
            </a:extLst>
          </p:cNvPr>
          <p:cNvSpPr/>
          <p:nvPr/>
        </p:nvSpPr>
        <p:spPr>
          <a:xfrm>
            <a:off x="11044390" y="411079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51090776-277F-BCE7-DAB3-B16B11380CFF}"/>
              </a:ext>
            </a:extLst>
          </p:cNvPr>
          <p:cNvSpPr/>
          <p:nvPr/>
        </p:nvSpPr>
        <p:spPr>
          <a:xfrm>
            <a:off x="11056265" y="412648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AB1FFAA2-1445-8C28-DA78-733D5CAD70C8}"/>
              </a:ext>
            </a:extLst>
          </p:cNvPr>
          <p:cNvSpPr/>
          <p:nvPr/>
        </p:nvSpPr>
        <p:spPr>
          <a:xfrm>
            <a:off x="11094097" y="413389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687242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FD27C-0A1D-C130-51EA-6D972B12C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F949BF7A-1489-3A95-8836-748092814149}"/>
              </a:ext>
            </a:extLst>
          </p:cNvPr>
          <p:cNvSpPr/>
          <p:nvPr/>
        </p:nvSpPr>
        <p:spPr>
          <a:xfrm rot="20843020">
            <a:off x="11570509" y="5277049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12EAD5B2-2A0F-80AA-69F5-93024A9692E3}"/>
              </a:ext>
            </a:extLst>
          </p:cNvPr>
          <p:cNvSpPr/>
          <p:nvPr/>
        </p:nvSpPr>
        <p:spPr>
          <a:xfrm rot="20843020">
            <a:off x="11709699" y="5479280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E14DF761-F892-DFAA-1E33-408F4907651B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953DD928-2401-01DE-0914-EC48F3E02E45}"/>
              </a:ext>
            </a:extLst>
          </p:cNvPr>
          <p:cNvSpPr/>
          <p:nvPr/>
        </p:nvSpPr>
        <p:spPr>
          <a:xfrm>
            <a:off x="11342167" y="5322846"/>
            <a:ext cx="167476" cy="24301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DAF272DB-69F7-E5B5-3B47-9432075B92D3}"/>
              </a:ext>
            </a:extLst>
          </p:cNvPr>
          <p:cNvSpPr/>
          <p:nvPr/>
        </p:nvSpPr>
        <p:spPr>
          <a:xfrm>
            <a:off x="11147817" y="5322846"/>
            <a:ext cx="167476" cy="229287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D887A714-F628-09F3-3BA1-CA00C9093264}"/>
              </a:ext>
            </a:extLst>
          </p:cNvPr>
          <p:cNvSpPr/>
          <p:nvPr/>
        </p:nvSpPr>
        <p:spPr>
          <a:xfrm>
            <a:off x="10864222" y="423888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EDC29DAD-6774-37AC-12C0-A6689DBD2EC0}"/>
              </a:ext>
            </a:extLst>
          </p:cNvPr>
          <p:cNvSpPr/>
          <p:nvPr/>
        </p:nvSpPr>
        <p:spPr>
          <a:xfrm>
            <a:off x="10894167" y="435672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6C2489DA-1980-8108-1EB1-D62DDE9B57B0}"/>
              </a:ext>
            </a:extLst>
          </p:cNvPr>
          <p:cNvSpPr/>
          <p:nvPr/>
        </p:nvSpPr>
        <p:spPr>
          <a:xfrm rot="20337797">
            <a:off x="11276020" y="4814797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E85E0116-0549-F63C-7B9E-791F75B81F8C}"/>
              </a:ext>
            </a:extLst>
          </p:cNvPr>
          <p:cNvSpPr/>
          <p:nvPr/>
        </p:nvSpPr>
        <p:spPr>
          <a:xfrm rot="20337797">
            <a:off x="11236560" y="4611373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667578A4-C66A-215F-532F-4AC40DA58156}"/>
              </a:ext>
            </a:extLst>
          </p:cNvPr>
          <p:cNvSpPr/>
          <p:nvPr/>
        </p:nvSpPr>
        <p:spPr>
          <a:xfrm>
            <a:off x="10223792" y="447785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8752E1D9-0D42-3724-06F5-9E56DB030C88}"/>
              </a:ext>
            </a:extLst>
          </p:cNvPr>
          <p:cNvSpPr/>
          <p:nvPr/>
        </p:nvSpPr>
        <p:spPr>
          <a:xfrm>
            <a:off x="10229066" y="448076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07C571FC-9C50-7175-E375-E70CEA8CF2B7}"/>
              </a:ext>
            </a:extLst>
          </p:cNvPr>
          <p:cNvSpPr/>
          <p:nvPr/>
        </p:nvSpPr>
        <p:spPr>
          <a:xfrm>
            <a:off x="10202898" y="424547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1B5A42BA-D332-5B81-2E7C-84557BAED2B6}"/>
              </a:ext>
            </a:extLst>
          </p:cNvPr>
          <p:cNvSpPr/>
          <p:nvPr/>
        </p:nvSpPr>
        <p:spPr>
          <a:xfrm>
            <a:off x="10202898" y="436548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A1D76146-56A6-1CA2-B310-0C0408788C65}"/>
              </a:ext>
            </a:extLst>
          </p:cNvPr>
          <p:cNvSpPr/>
          <p:nvPr/>
        </p:nvSpPr>
        <p:spPr>
          <a:xfrm>
            <a:off x="10202898" y="437919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B166FBEB-8809-A6B0-8340-6EC32FA54946}"/>
              </a:ext>
            </a:extLst>
          </p:cNvPr>
          <p:cNvSpPr/>
          <p:nvPr/>
        </p:nvSpPr>
        <p:spPr>
          <a:xfrm>
            <a:off x="10278500" y="424547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0328FFAA-944A-7EBE-4E91-675DA046EC99}"/>
              </a:ext>
            </a:extLst>
          </p:cNvPr>
          <p:cNvSpPr/>
          <p:nvPr/>
        </p:nvSpPr>
        <p:spPr>
          <a:xfrm>
            <a:off x="11018967" y="428925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EB2C0E2F-5894-2A01-0F6E-28BFA6050A66}"/>
              </a:ext>
            </a:extLst>
          </p:cNvPr>
          <p:cNvSpPr/>
          <p:nvPr/>
        </p:nvSpPr>
        <p:spPr>
          <a:xfrm>
            <a:off x="11042274" y="434407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931FB33B-38A6-573F-968E-69D85F2E6723}"/>
              </a:ext>
            </a:extLst>
          </p:cNvPr>
          <p:cNvSpPr/>
          <p:nvPr/>
        </p:nvSpPr>
        <p:spPr>
          <a:xfrm>
            <a:off x="11054149" y="435976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989A904B-C5EF-8541-183A-39E7EFA053ED}"/>
              </a:ext>
            </a:extLst>
          </p:cNvPr>
          <p:cNvSpPr/>
          <p:nvPr/>
        </p:nvSpPr>
        <p:spPr>
          <a:xfrm>
            <a:off x="11091981" y="436717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240988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5012-C735-891B-F7D6-B09BC741C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E04BB3D4-F079-B84F-4D94-B1A406FB1E70}"/>
              </a:ext>
            </a:extLst>
          </p:cNvPr>
          <p:cNvSpPr/>
          <p:nvPr/>
        </p:nvSpPr>
        <p:spPr>
          <a:xfrm>
            <a:off x="11546970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445E4B37-6460-DFFC-0635-439D52E3636A}"/>
              </a:ext>
            </a:extLst>
          </p:cNvPr>
          <p:cNvSpPr/>
          <p:nvPr/>
        </p:nvSpPr>
        <p:spPr>
          <a:xfrm>
            <a:off x="11665819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A1900854-1D26-0001-B78B-6C3675697A13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4028E91E-CE2E-E8AB-D6EE-97F2B3DDD3B3}"/>
              </a:ext>
            </a:extLst>
          </p:cNvPr>
          <p:cNvSpPr/>
          <p:nvPr/>
        </p:nvSpPr>
        <p:spPr>
          <a:xfrm>
            <a:off x="11342167" y="536729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C4B52AA8-B3F3-B167-B7E2-7BDB23F1609C}"/>
              </a:ext>
            </a:extLst>
          </p:cNvPr>
          <p:cNvSpPr/>
          <p:nvPr/>
        </p:nvSpPr>
        <p:spPr>
          <a:xfrm>
            <a:off x="11147817" y="5353564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27EA50EA-811F-F4AE-1FCF-2DF7F5805035}"/>
              </a:ext>
            </a:extLst>
          </p:cNvPr>
          <p:cNvSpPr/>
          <p:nvPr/>
        </p:nvSpPr>
        <p:spPr>
          <a:xfrm>
            <a:off x="10872689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4459156D-E675-5347-7812-9F44E56B6061}"/>
              </a:ext>
            </a:extLst>
          </p:cNvPr>
          <p:cNvSpPr/>
          <p:nvPr/>
        </p:nvSpPr>
        <p:spPr>
          <a:xfrm>
            <a:off x="10902634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D3D1473C-0F97-172E-AA84-16C4958FE914}"/>
              </a:ext>
            </a:extLst>
          </p:cNvPr>
          <p:cNvSpPr/>
          <p:nvPr/>
        </p:nvSpPr>
        <p:spPr>
          <a:xfrm>
            <a:off x="11209563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12D40279-BEC6-AFA4-A76D-6EF5A5541C46}"/>
              </a:ext>
            </a:extLst>
          </p:cNvPr>
          <p:cNvSpPr/>
          <p:nvPr/>
        </p:nvSpPr>
        <p:spPr>
          <a:xfrm>
            <a:off x="11207525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A560C742-B3DC-18C1-5014-6B78BF7225D1}"/>
              </a:ext>
            </a:extLst>
          </p:cNvPr>
          <p:cNvSpPr/>
          <p:nvPr/>
        </p:nvSpPr>
        <p:spPr>
          <a:xfrm>
            <a:off x="10232259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D2CE12C1-2462-ABCA-A750-C70D79439F97}"/>
              </a:ext>
            </a:extLst>
          </p:cNvPr>
          <p:cNvSpPr/>
          <p:nvPr/>
        </p:nvSpPr>
        <p:spPr>
          <a:xfrm>
            <a:off x="10237533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C337CCA1-8DB0-47B3-6EF8-ADC4EC02D368}"/>
              </a:ext>
            </a:extLst>
          </p:cNvPr>
          <p:cNvSpPr/>
          <p:nvPr/>
        </p:nvSpPr>
        <p:spPr>
          <a:xfrm>
            <a:off x="10211365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586CD72E-C23F-D7A4-CEA5-4296DB7F2D8C}"/>
              </a:ext>
            </a:extLst>
          </p:cNvPr>
          <p:cNvSpPr/>
          <p:nvPr/>
        </p:nvSpPr>
        <p:spPr>
          <a:xfrm>
            <a:off x="10211365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C83C9FE6-461D-16AC-9DCA-AB0E9FE8BADF}"/>
              </a:ext>
            </a:extLst>
          </p:cNvPr>
          <p:cNvSpPr/>
          <p:nvPr/>
        </p:nvSpPr>
        <p:spPr>
          <a:xfrm>
            <a:off x="10211365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CA9D31E9-CAB8-9A5C-89C0-543164703FE1}"/>
              </a:ext>
            </a:extLst>
          </p:cNvPr>
          <p:cNvSpPr/>
          <p:nvPr/>
        </p:nvSpPr>
        <p:spPr>
          <a:xfrm>
            <a:off x="10286967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6CCAC4ED-791A-76DF-AF93-B957F0F7975F}"/>
              </a:ext>
            </a:extLst>
          </p:cNvPr>
          <p:cNvSpPr/>
          <p:nvPr/>
        </p:nvSpPr>
        <p:spPr>
          <a:xfrm>
            <a:off x="11027434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3BBE1ADE-0CBE-3E14-BF8B-274D9547412D}"/>
              </a:ext>
            </a:extLst>
          </p:cNvPr>
          <p:cNvSpPr/>
          <p:nvPr/>
        </p:nvSpPr>
        <p:spPr>
          <a:xfrm>
            <a:off x="11050741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7EF4FE8F-332A-D8E9-0348-0877D190941B}"/>
              </a:ext>
            </a:extLst>
          </p:cNvPr>
          <p:cNvSpPr/>
          <p:nvPr/>
        </p:nvSpPr>
        <p:spPr>
          <a:xfrm>
            <a:off x="11062616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07644790-4810-100A-6411-A18F66D25D47}"/>
              </a:ext>
            </a:extLst>
          </p:cNvPr>
          <p:cNvSpPr/>
          <p:nvPr/>
        </p:nvSpPr>
        <p:spPr>
          <a:xfrm>
            <a:off x="11100448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086938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Click="0" advTm="3000">
        <p159:morph option="byObject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F573-C8B4-42BC-CDD5-28CB4C59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770726B9-187C-AA08-0E28-1D93720BAD7E}"/>
              </a:ext>
            </a:extLst>
          </p:cNvPr>
          <p:cNvSpPr/>
          <p:nvPr/>
        </p:nvSpPr>
        <p:spPr>
          <a:xfrm>
            <a:off x="11546970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5567489F-6A1E-639D-806C-5886BF76177F}"/>
              </a:ext>
            </a:extLst>
          </p:cNvPr>
          <p:cNvSpPr/>
          <p:nvPr/>
        </p:nvSpPr>
        <p:spPr>
          <a:xfrm>
            <a:off x="11665819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6C809CF0-1758-E565-6753-B72F648D481C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2CB9F257-7C86-FD28-52D7-F4DE2471D2CB}"/>
              </a:ext>
            </a:extLst>
          </p:cNvPr>
          <p:cNvSpPr/>
          <p:nvPr/>
        </p:nvSpPr>
        <p:spPr>
          <a:xfrm>
            <a:off x="11342167" y="536729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3EABD694-3A6C-1D7E-6488-2567EF048AB1}"/>
              </a:ext>
            </a:extLst>
          </p:cNvPr>
          <p:cNvSpPr/>
          <p:nvPr/>
        </p:nvSpPr>
        <p:spPr>
          <a:xfrm>
            <a:off x="10872689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ACD4F601-19BE-0619-C470-1C641A693ACC}"/>
              </a:ext>
            </a:extLst>
          </p:cNvPr>
          <p:cNvSpPr/>
          <p:nvPr/>
        </p:nvSpPr>
        <p:spPr>
          <a:xfrm>
            <a:off x="10902634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FFD101FE-E19A-58E3-9ADA-27E00BF8D96A}"/>
              </a:ext>
            </a:extLst>
          </p:cNvPr>
          <p:cNvSpPr/>
          <p:nvPr/>
        </p:nvSpPr>
        <p:spPr>
          <a:xfrm>
            <a:off x="11209563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9B0B8344-F7C2-EC3B-B3FB-52F7BDC65429}"/>
              </a:ext>
            </a:extLst>
          </p:cNvPr>
          <p:cNvSpPr/>
          <p:nvPr/>
        </p:nvSpPr>
        <p:spPr>
          <a:xfrm>
            <a:off x="11207525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042CE58B-A745-997C-5E6F-F4D2127541D8}"/>
              </a:ext>
            </a:extLst>
          </p:cNvPr>
          <p:cNvSpPr/>
          <p:nvPr/>
        </p:nvSpPr>
        <p:spPr>
          <a:xfrm>
            <a:off x="10232259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E5B4D076-1788-68CC-F4F2-76766910D00E}"/>
              </a:ext>
            </a:extLst>
          </p:cNvPr>
          <p:cNvSpPr/>
          <p:nvPr/>
        </p:nvSpPr>
        <p:spPr>
          <a:xfrm>
            <a:off x="10237533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FB882F34-7730-CCF9-A81E-E02D996C6510}"/>
              </a:ext>
            </a:extLst>
          </p:cNvPr>
          <p:cNvSpPr/>
          <p:nvPr/>
        </p:nvSpPr>
        <p:spPr>
          <a:xfrm>
            <a:off x="10211365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6848D9D3-3D17-94E1-1C74-C0F5485C8EF2}"/>
              </a:ext>
            </a:extLst>
          </p:cNvPr>
          <p:cNvSpPr/>
          <p:nvPr/>
        </p:nvSpPr>
        <p:spPr>
          <a:xfrm>
            <a:off x="10211365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97DF3F9D-FA36-C7A9-690C-C3B8E98F195D}"/>
              </a:ext>
            </a:extLst>
          </p:cNvPr>
          <p:cNvSpPr/>
          <p:nvPr/>
        </p:nvSpPr>
        <p:spPr>
          <a:xfrm>
            <a:off x="10211365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A6DD1497-6995-EF14-5ABB-D27CEBBABE28}"/>
              </a:ext>
            </a:extLst>
          </p:cNvPr>
          <p:cNvSpPr/>
          <p:nvPr/>
        </p:nvSpPr>
        <p:spPr>
          <a:xfrm>
            <a:off x="10286967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0B36831C-A692-AF8E-E0A0-885EDB8551B6}"/>
              </a:ext>
            </a:extLst>
          </p:cNvPr>
          <p:cNvSpPr/>
          <p:nvPr/>
        </p:nvSpPr>
        <p:spPr>
          <a:xfrm>
            <a:off x="11027434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9E97B4D3-6252-1781-CF4F-0C55E2A97E16}"/>
              </a:ext>
            </a:extLst>
          </p:cNvPr>
          <p:cNvSpPr/>
          <p:nvPr/>
        </p:nvSpPr>
        <p:spPr>
          <a:xfrm>
            <a:off x="11050741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9001C5E8-4FD8-7BD7-5743-21CADB32DE6B}"/>
              </a:ext>
            </a:extLst>
          </p:cNvPr>
          <p:cNvSpPr/>
          <p:nvPr/>
        </p:nvSpPr>
        <p:spPr>
          <a:xfrm>
            <a:off x="11062616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0E1D9418-F5E1-2B71-3622-5EFAF5A834E7}"/>
              </a:ext>
            </a:extLst>
          </p:cNvPr>
          <p:cNvSpPr/>
          <p:nvPr/>
        </p:nvSpPr>
        <p:spPr>
          <a:xfrm>
            <a:off x="11100448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" name="Foot 1">
            <a:extLst>
              <a:ext uri="{FF2B5EF4-FFF2-40B4-BE49-F238E27FC236}">
                <a16:creationId xmlns:a16="http://schemas.microsoft.com/office/drawing/2014/main" id="{98C2BA18-893D-5985-7DC2-3E86E251F7BE}"/>
              </a:ext>
            </a:extLst>
          </p:cNvPr>
          <p:cNvSpPr/>
          <p:nvPr/>
        </p:nvSpPr>
        <p:spPr>
          <a:xfrm>
            <a:off x="11103243" y="53398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69230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265A0-B1CD-0BB2-16D7-E0152D7DC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43AD7ECA-64F6-F574-3C06-3E8692E0712A}"/>
              </a:ext>
            </a:extLst>
          </p:cNvPr>
          <p:cNvSpPr/>
          <p:nvPr/>
        </p:nvSpPr>
        <p:spPr>
          <a:xfrm>
            <a:off x="11546970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95CA15D3-E801-A950-C1E5-13AAF1BFD881}"/>
              </a:ext>
            </a:extLst>
          </p:cNvPr>
          <p:cNvSpPr/>
          <p:nvPr/>
        </p:nvSpPr>
        <p:spPr>
          <a:xfrm>
            <a:off x="11665819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7C161579-13B8-80BE-8553-8B2189584D65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ED9370E2-2BED-24A9-50C3-144F6E60B3EE}"/>
              </a:ext>
            </a:extLst>
          </p:cNvPr>
          <p:cNvSpPr/>
          <p:nvPr/>
        </p:nvSpPr>
        <p:spPr>
          <a:xfrm>
            <a:off x="10872689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8E0BE146-8292-2781-BEC0-636938F07DCE}"/>
              </a:ext>
            </a:extLst>
          </p:cNvPr>
          <p:cNvSpPr/>
          <p:nvPr/>
        </p:nvSpPr>
        <p:spPr>
          <a:xfrm>
            <a:off x="10902634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D04F0508-751C-28B8-5C93-91026057975A}"/>
              </a:ext>
            </a:extLst>
          </p:cNvPr>
          <p:cNvSpPr/>
          <p:nvPr/>
        </p:nvSpPr>
        <p:spPr>
          <a:xfrm>
            <a:off x="11209563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55637F7B-2E74-727A-A288-983B23CD1ADF}"/>
              </a:ext>
            </a:extLst>
          </p:cNvPr>
          <p:cNvSpPr/>
          <p:nvPr/>
        </p:nvSpPr>
        <p:spPr>
          <a:xfrm>
            <a:off x="11207525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0E10400D-0C6B-0365-A84E-3FF84ED91708}"/>
              </a:ext>
            </a:extLst>
          </p:cNvPr>
          <p:cNvSpPr/>
          <p:nvPr/>
        </p:nvSpPr>
        <p:spPr>
          <a:xfrm>
            <a:off x="10232259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03C6ED61-0522-E6A9-36E6-E39EB2AA7921}"/>
              </a:ext>
            </a:extLst>
          </p:cNvPr>
          <p:cNvSpPr/>
          <p:nvPr/>
        </p:nvSpPr>
        <p:spPr>
          <a:xfrm>
            <a:off x="10237533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4CA7C1D6-8614-4ED6-501B-3530280447FB}"/>
              </a:ext>
            </a:extLst>
          </p:cNvPr>
          <p:cNvSpPr/>
          <p:nvPr/>
        </p:nvSpPr>
        <p:spPr>
          <a:xfrm>
            <a:off x="10211365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35A79E7A-068F-8254-921C-C43E95BE45E4}"/>
              </a:ext>
            </a:extLst>
          </p:cNvPr>
          <p:cNvSpPr/>
          <p:nvPr/>
        </p:nvSpPr>
        <p:spPr>
          <a:xfrm>
            <a:off x="10211365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1D577D22-B6BC-82BB-39FB-5CB6EA07C052}"/>
              </a:ext>
            </a:extLst>
          </p:cNvPr>
          <p:cNvSpPr/>
          <p:nvPr/>
        </p:nvSpPr>
        <p:spPr>
          <a:xfrm>
            <a:off x="10211365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F8074F3E-78D1-4B32-84CC-6B82E26AD64B}"/>
              </a:ext>
            </a:extLst>
          </p:cNvPr>
          <p:cNvSpPr/>
          <p:nvPr/>
        </p:nvSpPr>
        <p:spPr>
          <a:xfrm>
            <a:off x="10286967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39FCEBF2-70B5-40A2-DB1E-52F3937803B1}"/>
              </a:ext>
            </a:extLst>
          </p:cNvPr>
          <p:cNvSpPr/>
          <p:nvPr/>
        </p:nvSpPr>
        <p:spPr>
          <a:xfrm>
            <a:off x="11027434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B2DEE87D-8305-93A5-BB0F-F6601BB7D51B}"/>
              </a:ext>
            </a:extLst>
          </p:cNvPr>
          <p:cNvSpPr/>
          <p:nvPr/>
        </p:nvSpPr>
        <p:spPr>
          <a:xfrm>
            <a:off x="11050741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69F9C361-FBC4-976D-7DE9-535997BFDD0F}"/>
              </a:ext>
            </a:extLst>
          </p:cNvPr>
          <p:cNvSpPr/>
          <p:nvPr/>
        </p:nvSpPr>
        <p:spPr>
          <a:xfrm>
            <a:off x="11062616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226F1C87-4D6A-F017-9877-1F88566FA165}"/>
              </a:ext>
            </a:extLst>
          </p:cNvPr>
          <p:cNvSpPr/>
          <p:nvPr/>
        </p:nvSpPr>
        <p:spPr>
          <a:xfrm>
            <a:off x="11100448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" name="Foot 2">
            <a:extLst>
              <a:ext uri="{FF2B5EF4-FFF2-40B4-BE49-F238E27FC236}">
                <a16:creationId xmlns:a16="http://schemas.microsoft.com/office/drawing/2014/main" id="{05B0B0AB-22DE-8E9A-85D2-B2896BFE40E2}"/>
              </a:ext>
            </a:extLst>
          </p:cNvPr>
          <p:cNvSpPr/>
          <p:nvPr/>
        </p:nvSpPr>
        <p:spPr>
          <a:xfrm>
            <a:off x="11314866" y="53454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" name="Foot 1">
            <a:extLst>
              <a:ext uri="{FF2B5EF4-FFF2-40B4-BE49-F238E27FC236}">
                <a16:creationId xmlns:a16="http://schemas.microsoft.com/office/drawing/2014/main" id="{0797AE47-DFB6-405B-614D-5B05BD119193}"/>
              </a:ext>
            </a:extLst>
          </p:cNvPr>
          <p:cNvSpPr/>
          <p:nvPr/>
        </p:nvSpPr>
        <p:spPr>
          <a:xfrm>
            <a:off x="11103243" y="53398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311303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2F818-BADB-8DB5-ED98-5372B997A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FFFAB83E-EDC5-902B-3DC9-EA8695A29AAB}"/>
              </a:ext>
            </a:extLst>
          </p:cNvPr>
          <p:cNvSpPr/>
          <p:nvPr/>
        </p:nvSpPr>
        <p:spPr>
          <a:xfrm>
            <a:off x="11524967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66B268E1-747E-9A8E-55C1-CE5D25407CB7}"/>
              </a:ext>
            </a:extLst>
          </p:cNvPr>
          <p:cNvSpPr/>
          <p:nvPr/>
        </p:nvSpPr>
        <p:spPr>
          <a:xfrm>
            <a:off x="11643816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B23FCBA2-14B6-39FD-40A7-7E5F98938F6E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59BEB3DC-A385-34C6-F70D-BB696041549D}"/>
              </a:ext>
            </a:extLst>
          </p:cNvPr>
          <p:cNvSpPr/>
          <p:nvPr/>
        </p:nvSpPr>
        <p:spPr>
          <a:xfrm>
            <a:off x="11314866" y="53454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BA9C6097-BF82-C070-9003-74346A3EBC42}"/>
              </a:ext>
            </a:extLst>
          </p:cNvPr>
          <p:cNvSpPr/>
          <p:nvPr/>
        </p:nvSpPr>
        <p:spPr>
          <a:xfrm>
            <a:off x="11103243" y="53398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32569770-688D-1003-ED84-FF56392F6B5E}"/>
              </a:ext>
            </a:extLst>
          </p:cNvPr>
          <p:cNvSpPr/>
          <p:nvPr/>
        </p:nvSpPr>
        <p:spPr>
          <a:xfrm>
            <a:off x="10850686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2130391B-E69F-96C4-E47C-448D77951839}"/>
              </a:ext>
            </a:extLst>
          </p:cNvPr>
          <p:cNvSpPr/>
          <p:nvPr/>
        </p:nvSpPr>
        <p:spPr>
          <a:xfrm>
            <a:off x="10880631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6037F8BC-BE1A-EA5B-C8BC-0649E01ABB1A}"/>
              </a:ext>
            </a:extLst>
          </p:cNvPr>
          <p:cNvSpPr/>
          <p:nvPr/>
        </p:nvSpPr>
        <p:spPr>
          <a:xfrm>
            <a:off x="11187560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07CB5615-A304-FE2E-8F7F-6E5CD68AFBD1}"/>
              </a:ext>
            </a:extLst>
          </p:cNvPr>
          <p:cNvSpPr/>
          <p:nvPr/>
        </p:nvSpPr>
        <p:spPr>
          <a:xfrm>
            <a:off x="11185522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94F226AC-0E9B-1393-1BD3-2A2757AB10E6}"/>
              </a:ext>
            </a:extLst>
          </p:cNvPr>
          <p:cNvSpPr/>
          <p:nvPr/>
        </p:nvSpPr>
        <p:spPr>
          <a:xfrm>
            <a:off x="10210256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9EF132CF-9AE3-AB38-909F-BD61C428AAE3}"/>
              </a:ext>
            </a:extLst>
          </p:cNvPr>
          <p:cNvSpPr/>
          <p:nvPr/>
        </p:nvSpPr>
        <p:spPr>
          <a:xfrm>
            <a:off x="10215530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DFE487CD-6310-B02F-C9C1-0361D9767FD4}"/>
              </a:ext>
            </a:extLst>
          </p:cNvPr>
          <p:cNvSpPr/>
          <p:nvPr/>
        </p:nvSpPr>
        <p:spPr>
          <a:xfrm>
            <a:off x="10189362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5F429326-41D8-6DF6-2BC6-881A6C010558}"/>
              </a:ext>
            </a:extLst>
          </p:cNvPr>
          <p:cNvSpPr/>
          <p:nvPr/>
        </p:nvSpPr>
        <p:spPr>
          <a:xfrm>
            <a:off x="10189362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53FEC5CC-8699-8862-9120-80F6DD8B0E2C}"/>
              </a:ext>
            </a:extLst>
          </p:cNvPr>
          <p:cNvSpPr/>
          <p:nvPr/>
        </p:nvSpPr>
        <p:spPr>
          <a:xfrm>
            <a:off x="10189362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F58AD5C1-0D1F-67E8-BB0A-D60D795B2DBA}"/>
              </a:ext>
            </a:extLst>
          </p:cNvPr>
          <p:cNvSpPr/>
          <p:nvPr/>
        </p:nvSpPr>
        <p:spPr>
          <a:xfrm>
            <a:off x="10264964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D3DEBE92-A8A1-0751-B174-01B0527A6C85}"/>
              </a:ext>
            </a:extLst>
          </p:cNvPr>
          <p:cNvSpPr/>
          <p:nvPr/>
        </p:nvSpPr>
        <p:spPr>
          <a:xfrm>
            <a:off x="11005431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893DE5F7-B333-A14B-BD75-26C4CE943809}"/>
              </a:ext>
            </a:extLst>
          </p:cNvPr>
          <p:cNvSpPr/>
          <p:nvPr/>
        </p:nvSpPr>
        <p:spPr>
          <a:xfrm>
            <a:off x="11028738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26EDD383-E2B7-62C7-CA3A-F029EDCBF9E3}"/>
              </a:ext>
            </a:extLst>
          </p:cNvPr>
          <p:cNvSpPr/>
          <p:nvPr/>
        </p:nvSpPr>
        <p:spPr>
          <a:xfrm>
            <a:off x="11040613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9BDA36B1-147D-DA8C-B69B-7F4066B3FFE9}"/>
              </a:ext>
            </a:extLst>
          </p:cNvPr>
          <p:cNvSpPr/>
          <p:nvPr/>
        </p:nvSpPr>
        <p:spPr>
          <a:xfrm>
            <a:off x="11078445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20333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3000">
        <p159:morph option="byObject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0DDA5-1B16-FB14-20FD-F4433FE11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39CBEDEC-2B9F-BD08-D81C-B9BDDA0783AE}"/>
              </a:ext>
            </a:extLst>
          </p:cNvPr>
          <p:cNvSpPr/>
          <p:nvPr/>
        </p:nvSpPr>
        <p:spPr>
          <a:xfrm>
            <a:off x="11524967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EAA06EAB-B591-D818-4F2F-48B4C75EFF1D}"/>
              </a:ext>
            </a:extLst>
          </p:cNvPr>
          <p:cNvSpPr/>
          <p:nvPr/>
        </p:nvSpPr>
        <p:spPr>
          <a:xfrm>
            <a:off x="11643816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73062887-2919-2C87-3B7B-E3278EEDD660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901EFCEF-8AA2-DC6C-E71D-8D9AC861211D}"/>
              </a:ext>
            </a:extLst>
          </p:cNvPr>
          <p:cNvSpPr/>
          <p:nvPr/>
        </p:nvSpPr>
        <p:spPr>
          <a:xfrm>
            <a:off x="11314866" y="53454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0DD5AC0C-009B-AE72-8425-7DD0BD845D7D}"/>
              </a:ext>
            </a:extLst>
          </p:cNvPr>
          <p:cNvSpPr/>
          <p:nvPr/>
        </p:nvSpPr>
        <p:spPr>
          <a:xfrm>
            <a:off x="11103243" y="53398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9E445B80-736B-B931-65CA-0AB39DFCDA81}"/>
              </a:ext>
            </a:extLst>
          </p:cNvPr>
          <p:cNvSpPr/>
          <p:nvPr/>
        </p:nvSpPr>
        <p:spPr>
          <a:xfrm>
            <a:off x="10850686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37C9D6AC-89ED-D8C1-974F-5AD9076CCEF6}"/>
              </a:ext>
            </a:extLst>
          </p:cNvPr>
          <p:cNvSpPr/>
          <p:nvPr/>
        </p:nvSpPr>
        <p:spPr>
          <a:xfrm>
            <a:off x="10880631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633ED31A-9AD9-CE3C-5EFA-460DD20C90F6}"/>
              </a:ext>
            </a:extLst>
          </p:cNvPr>
          <p:cNvSpPr/>
          <p:nvPr/>
        </p:nvSpPr>
        <p:spPr>
          <a:xfrm>
            <a:off x="11187560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DE33C79C-4B41-46DD-B8BC-E1A4120231C8}"/>
              </a:ext>
            </a:extLst>
          </p:cNvPr>
          <p:cNvSpPr/>
          <p:nvPr/>
        </p:nvSpPr>
        <p:spPr>
          <a:xfrm>
            <a:off x="11185522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AA34435F-5C3F-A8E3-DC48-2B42D8357239}"/>
              </a:ext>
            </a:extLst>
          </p:cNvPr>
          <p:cNvSpPr/>
          <p:nvPr/>
        </p:nvSpPr>
        <p:spPr>
          <a:xfrm rot="20916730">
            <a:off x="10181852" y="4571958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7130AEB9-F8D5-0D94-F003-7AA07B604484}"/>
              </a:ext>
            </a:extLst>
          </p:cNvPr>
          <p:cNvSpPr/>
          <p:nvPr/>
        </p:nvSpPr>
        <p:spPr>
          <a:xfrm rot="20916730">
            <a:off x="10190062" y="4605920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E5485F1B-297F-271A-B77D-FF97E55FF64E}"/>
              </a:ext>
            </a:extLst>
          </p:cNvPr>
          <p:cNvSpPr/>
          <p:nvPr/>
        </p:nvSpPr>
        <p:spPr>
          <a:xfrm>
            <a:off x="10189362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07945D66-A549-68EE-180D-4F521020B176}"/>
              </a:ext>
            </a:extLst>
          </p:cNvPr>
          <p:cNvSpPr/>
          <p:nvPr/>
        </p:nvSpPr>
        <p:spPr>
          <a:xfrm>
            <a:off x="10189362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77312F15-4DF4-F7B7-AC53-41A4420D1A37}"/>
              </a:ext>
            </a:extLst>
          </p:cNvPr>
          <p:cNvSpPr/>
          <p:nvPr/>
        </p:nvSpPr>
        <p:spPr>
          <a:xfrm>
            <a:off x="10189362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D19496F2-A17A-7F4F-3F05-C7DACDB85D1C}"/>
              </a:ext>
            </a:extLst>
          </p:cNvPr>
          <p:cNvSpPr/>
          <p:nvPr/>
        </p:nvSpPr>
        <p:spPr>
          <a:xfrm>
            <a:off x="10264964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1E933BD8-2095-439F-6882-233D1B5D3AA7}"/>
              </a:ext>
            </a:extLst>
          </p:cNvPr>
          <p:cNvSpPr/>
          <p:nvPr/>
        </p:nvSpPr>
        <p:spPr>
          <a:xfrm>
            <a:off x="11005431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E1410690-0849-D4E1-9E3A-C78460B5491D}"/>
              </a:ext>
            </a:extLst>
          </p:cNvPr>
          <p:cNvSpPr/>
          <p:nvPr/>
        </p:nvSpPr>
        <p:spPr>
          <a:xfrm>
            <a:off x="11028738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627442B4-78B1-C536-9355-ED3B70E0DA28}"/>
              </a:ext>
            </a:extLst>
          </p:cNvPr>
          <p:cNvSpPr/>
          <p:nvPr/>
        </p:nvSpPr>
        <p:spPr>
          <a:xfrm>
            <a:off x="11040613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BFD37E46-2729-AA28-0213-41BCA4D8B0ED}"/>
              </a:ext>
            </a:extLst>
          </p:cNvPr>
          <p:cNvSpPr/>
          <p:nvPr/>
        </p:nvSpPr>
        <p:spPr>
          <a:xfrm>
            <a:off x="11078445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317692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2C382-A17A-7C36-B32D-E2924B44F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ail BLK">
            <a:extLst>
              <a:ext uri="{FF2B5EF4-FFF2-40B4-BE49-F238E27FC236}">
                <a16:creationId xmlns:a16="http://schemas.microsoft.com/office/drawing/2014/main" id="{58CE3CC1-EFCC-B6F5-28B7-28E6C0614BEB}"/>
              </a:ext>
            </a:extLst>
          </p:cNvPr>
          <p:cNvSpPr/>
          <p:nvPr/>
        </p:nvSpPr>
        <p:spPr>
          <a:xfrm>
            <a:off x="11524967" y="5376093"/>
            <a:ext cx="374228" cy="505157"/>
          </a:xfrm>
          <a:custGeom>
            <a:avLst/>
            <a:gdLst>
              <a:gd name="csX0" fmla="*/ 0 w 374228"/>
              <a:gd name="csY0" fmla="*/ 10137 h 505157"/>
              <a:gd name="csX1" fmla="*/ 192166 w 374228"/>
              <a:gd name="csY1" fmla="*/ 3 h 505157"/>
              <a:gd name="csX2" fmla="*/ 292139 w 374228"/>
              <a:gd name="csY2" fmla="*/ 194012 h 505157"/>
              <a:gd name="csX3" fmla="*/ 350604 w 374228"/>
              <a:gd name="csY3" fmla="*/ 331314 h 505157"/>
              <a:gd name="csX4" fmla="*/ 371425 w 374228"/>
              <a:gd name="csY4" fmla="*/ 408024 h 505157"/>
              <a:gd name="csX5" fmla="*/ 361539 w 374228"/>
              <a:gd name="csY5" fmla="*/ 480505 h 505157"/>
              <a:gd name="csX6" fmla="*/ 306646 w 374228"/>
              <a:gd name="csY6" fmla="*/ 504510 h 505157"/>
              <a:gd name="csX7" fmla="*/ 244177 w 374228"/>
              <a:gd name="csY7" fmla="*/ 494330 h 505157"/>
              <a:gd name="csX8" fmla="*/ 126026 w 374228"/>
              <a:gd name="csY8" fmla="*/ 462432 h 505157"/>
              <a:gd name="csX9" fmla="*/ 88878 w 374228"/>
              <a:gd name="csY9" fmla="*/ 420174 h 505157"/>
              <a:gd name="csX10" fmla="*/ 24873 w 374228"/>
              <a:gd name="csY10" fmla="*/ 177745 h 505157"/>
              <a:gd name="csX11" fmla="*/ 0 w 374228"/>
              <a:gd name="csY11" fmla="*/ 10137 h 505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74228" h="505157">
                <a:moveTo>
                  <a:pt x="0" y="10137"/>
                </a:moveTo>
                <a:cubicBezTo>
                  <a:pt x="2637" y="4723"/>
                  <a:pt x="192166" y="3"/>
                  <a:pt x="192166" y="3"/>
                </a:cubicBezTo>
                <a:cubicBezTo>
                  <a:pt x="193076" y="-931"/>
                  <a:pt x="294450" y="191642"/>
                  <a:pt x="292139" y="194012"/>
                </a:cubicBezTo>
                <a:cubicBezTo>
                  <a:pt x="294435" y="193072"/>
                  <a:pt x="355491" y="329309"/>
                  <a:pt x="350604" y="331314"/>
                </a:cubicBezTo>
                <a:cubicBezTo>
                  <a:pt x="353150" y="331168"/>
                  <a:pt x="375704" y="407779"/>
                  <a:pt x="371425" y="408024"/>
                </a:cubicBezTo>
                <a:cubicBezTo>
                  <a:pt x="377388" y="404965"/>
                  <a:pt x="373723" y="470186"/>
                  <a:pt x="361539" y="480505"/>
                </a:cubicBezTo>
                <a:cubicBezTo>
                  <a:pt x="356465" y="490682"/>
                  <a:pt x="321388" y="507194"/>
                  <a:pt x="306646" y="504510"/>
                </a:cubicBezTo>
                <a:cubicBezTo>
                  <a:pt x="291940" y="508317"/>
                  <a:pt x="248526" y="494076"/>
                  <a:pt x="244177" y="494330"/>
                </a:cubicBezTo>
                <a:cubicBezTo>
                  <a:pt x="244259" y="494566"/>
                  <a:pt x="144933" y="472944"/>
                  <a:pt x="126026" y="462432"/>
                </a:cubicBezTo>
                <a:cubicBezTo>
                  <a:pt x="114223" y="462280"/>
                  <a:pt x="83707" y="426236"/>
                  <a:pt x="88878" y="420174"/>
                </a:cubicBezTo>
                <a:cubicBezTo>
                  <a:pt x="71368" y="435445"/>
                  <a:pt x="20440" y="182470"/>
                  <a:pt x="24873" y="177745"/>
                </a:cubicBezTo>
                <a:cubicBezTo>
                  <a:pt x="22744" y="184741"/>
                  <a:pt x="8129" y="25181"/>
                  <a:pt x="0" y="10137"/>
                </a:cubicBezTo>
                <a:close/>
              </a:path>
            </a:pathLst>
          </a:custGeom>
          <a:solidFill>
            <a:srgbClr val="000000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0" name="Tail GRAY">
            <a:extLst>
              <a:ext uri="{FF2B5EF4-FFF2-40B4-BE49-F238E27FC236}">
                <a16:creationId xmlns:a16="http://schemas.microsoft.com/office/drawing/2014/main" id="{C9B29C35-C796-E901-206C-220A5853FF5A}"/>
              </a:ext>
            </a:extLst>
          </p:cNvPr>
          <p:cNvSpPr/>
          <p:nvPr/>
        </p:nvSpPr>
        <p:spPr>
          <a:xfrm>
            <a:off x="11643816" y="5578532"/>
            <a:ext cx="118073" cy="284494"/>
          </a:xfrm>
          <a:custGeom>
            <a:avLst/>
            <a:gdLst>
              <a:gd name="csX0" fmla="*/ 829 w 118073"/>
              <a:gd name="csY0" fmla="*/ 681 h 284494"/>
              <a:gd name="csX1" fmla="*/ 15949 w 118073"/>
              <a:gd name="csY1" fmla="*/ 6886 h 284494"/>
              <a:gd name="csX2" fmla="*/ 118769 w 118073"/>
              <a:gd name="csY2" fmla="*/ 283022 h 284494"/>
              <a:gd name="csX3" fmla="*/ 72273 w 118073"/>
              <a:gd name="csY3" fmla="*/ 280115 h 284494"/>
              <a:gd name="csX4" fmla="*/ 64652 w 118073"/>
              <a:gd name="csY4" fmla="*/ 278278 h 284494"/>
              <a:gd name="csX5" fmla="*/ 46190 w 118073"/>
              <a:gd name="csY5" fmla="*/ 273714 h 284494"/>
              <a:gd name="csX6" fmla="*/ 52238 w 118073"/>
              <a:gd name="csY6" fmla="*/ 270612 h 284494"/>
              <a:gd name="csX7" fmla="*/ 45247 w 118073"/>
              <a:gd name="csY7" fmla="*/ 234156 h 284494"/>
              <a:gd name="csX8" fmla="*/ 43290 w 118073"/>
              <a:gd name="csY8" fmla="*/ 223889 h 284494"/>
              <a:gd name="csX9" fmla="*/ 32534 w 118073"/>
              <a:gd name="csY9" fmla="*/ 174417 h 284494"/>
              <a:gd name="csX10" fmla="*/ 20676 w 118073"/>
              <a:gd name="csY10" fmla="*/ 114899 h 284494"/>
              <a:gd name="csX11" fmla="*/ 2943 w 118073"/>
              <a:gd name="csY11" fmla="*/ 29706 h 284494"/>
              <a:gd name="csX12" fmla="*/ 829 w 118073"/>
              <a:gd name="csY12" fmla="*/ 681 h 284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18073" h="284494">
                <a:moveTo>
                  <a:pt x="829" y="681"/>
                </a:moveTo>
                <a:cubicBezTo>
                  <a:pt x="8813" y="681"/>
                  <a:pt x="19034" y="4777"/>
                  <a:pt x="15949" y="6886"/>
                </a:cubicBezTo>
                <a:cubicBezTo>
                  <a:pt x="54189" y="150964"/>
                  <a:pt x="54189" y="150964"/>
                  <a:pt x="118769" y="283022"/>
                </a:cubicBezTo>
                <a:cubicBezTo>
                  <a:pt x="101897" y="287478"/>
                  <a:pt x="88751" y="284279"/>
                  <a:pt x="72273" y="280115"/>
                </a:cubicBezTo>
                <a:cubicBezTo>
                  <a:pt x="69760" y="279507"/>
                  <a:pt x="67244" y="278902"/>
                  <a:pt x="64652" y="278278"/>
                </a:cubicBezTo>
                <a:cubicBezTo>
                  <a:pt x="58492" y="276789"/>
                  <a:pt x="52341" y="275256"/>
                  <a:pt x="46190" y="273714"/>
                </a:cubicBezTo>
                <a:cubicBezTo>
                  <a:pt x="49184" y="272179"/>
                  <a:pt x="49184" y="272179"/>
                  <a:pt x="52238" y="270612"/>
                </a:cubicBezTo>
                <a:cubicBezTo>
                  <a:pt x="49922" y="258456"/>
                  <a:pt x="47584" y="246306"/>
                  <a:pt x="45247" y="234156"/>
                </a:cubicBezTo>
                <a:cubicBezTo>
                  <a:pt x="44600" y="230767"/>
                  <a:pt x="43956" y="227379"/>
                  <a:pt x="43290" y="223889"/>
                </a:cubicBezTo>
                <a:cubicBezTo>
                  <a:pt x="40082" y="207280"/>
                  <a:pt x="36658" y="190815"/>
                  <a:pt x="32534" y="174417"/>
                </a:cubicBezTo>
                <a:cubicBezTo>
                  <a:pt x="27628" y="154737"/>
                  <a:pt x="24111" y="134896"/>
                  <a:pt x="20676" y="114899"/>
                </a:cubicBezTo>
                <a:cubicBezTo>
                  <a:pt x="15653" y="86221"/>
                  <a:pt x="10034" y="57922"/>
                  <a:pt x="2943" y="29706"/>
                </a:cubicBezTo>
                <a:cubicBezTo>
                  <a:pt x="908" y="19691"/>
                  <a:pt x="418" y="10876"/>
                  <a:pt x="829" y="681"/>
                </a:cubicBezTo>
                <a:close/>
              </a:path>
            </a:pathLst>
          </a:custGeom>
          <a:solidFill>
            <a:srgbClr val="2D2C2C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4" name="Branch">
            <a:extLst>
              <a:ext uri="{FF2B5EF4-FFF2-40B4-BE49-F238E27FC236}">
                <a16:creationId xmlns:a16="http://schemas.microsoft.com/office/drawing/2014/main" id="{F3037694-4F06-D821-F19C-C91B1E63A31F}"/>
              </a:ext>
            </a:extLst>
          </p:cNvPr>
          <p:cNvSpPr/>
          <p:nvPr/>
        </p:nvSpPr>
        <p:spPr>
          <a:xfrm>
            <a:off x="10493516" y="5153636"/>
            <a:ext cx="1699530" cy="449884"/>
          </a:xfrm>
          <a:custGeom>
            <a:avLst/>
            <a:gdLst>
              <a:gd name="csX0" fmla="*/ 251000 w 1699530"/>
              <a:gd name="csY0" fmla="*/ 0 h 449884"/>
              <a:gd name="csX1" fmla="*/ 327984 w 1699530"/>
              <a:gd name="csY1" fmla="*/ 61920 h 449884"/>
              <a:gd name="csX2" fmla="*/ 358542 w 1699530"/>
              <a:gd name="csY2" fmla="*/ 88621 h 449884"/>
              <a:gd name="csX3" fmla="*/ 363426 w 1699530"/>
              <a:gd name="csY3" fmla="*/ 92856 h 449884"/>
              <a:gd name="csX4" fmla="*/ 378011 w 1699530"/>
              <a:gd name="csY4" fmla="*/ 105490 h 449884"/>
              <a:gd name="csX5" fmla="*/ 454321 w 1699530"/>
              <a:gd name="csY5" fmla="*/ 172148 h 449884"/>
              <a:gd name="csX6" fmla="*/ 470258 w 1699530"/>
              <a:gd name="csY6" fmla="*/ 186171 h 449884"/>
              <a:gd name="csX7" fmla="*/ 475239 w 1699530"/>
              <a:gd name="csY7" fmla="*/ 190568 h 449884"/>
              <a:gd name="csX8" fmla="*/ 485893 w 1699530"/>
              <a:gd name="csY8" fmla="*/ 199761 h 449884"/>
              <a:gd name="csX9" fmla="*/ 510258 w 1699530"/>
              <a:gd name="csY9" fmla="*/ 223915 h 449884"/>
              <a:gd name="csX10" fmla="*/ 574193 w 1699530"/>
              <a:gd name="csY10" fmla="*/ 255404 h 449884"/>
              <a:gd name="csX11" fmla="*/ 619845 w 1699530"/>
              <a:gd name="csY11" fmla="*/ 255317 h 449884"/>
              <a:gd name="csX12" fmla="*/ 655375 w 1699530"/>
              <a:gd name="csY12" fmla="*/ 255041 h 449884"/>
              <a:gd name="csX13" fmla="*/ 678143 w 1699530"/>
              <a:gd name="csY13" fmla="*/ 254746 h 449884"/>
              <a:gd name="csX14" fmla="*/ 688788 w 1699530"/>
              <a:gd name="csY14" fmla="*/ 254731 h 449884"/>
              <a:gd name="csX15" fmla="*/ 1112857 w 1699530"/>
              <a:gd name="csY15" fmla="*/ 266828 h 449884"/>
              <a:gd name="csX16" fmla="*/ 1193056 w 1699530"/>
              <a:gd name="csY16" fmla="*/ 266719 h 449884"/>
              <a:gd name="csX17" fmla="*/ 1329745 w 1699530"/>
              <a:gd name="csY17" fmla="*/ 270067 h 449884"/>
              <a:gd name="csX18" fmla="*/ 1455154 w 1699530"/>
              <a:gd name="csY18" fmla="*/ 273412 h 449884"/>
              <a:gd name="csX19" fmla="*/ 1515817 w 1699530"/>
              <a:gd name="csY19" fmla="*/ 275028 h 449884"/>
              <a:gd name="csX20" fmla="*/ 1574394 w 1699530"/>
              <a:gd name="csY20" fmla="*/ 276598 h 449884"/>
              <a:gd name="csX21" fmla="*/ 1596681 w 1699530"/>
              <a:gd name="csY21" fmla="*/ 277188 h 449884"/>
              <a:gd name="csX22" fmla="*/ 1628041 w 1699530"/>
              <a:gd name="csY22" fmla="*/ 278032 h 449884"/>
              <a:gd name="csX23" fmla="*/ 1637234 w 1699530"/>
              <a:gd name="csY23" fmla="*/ 278261 h 449884"/>
              <a:gd name="csX24" fmla="*/ 1699531 w 1699530"/>
              <a:gd name="csY24" fmla="*/ 282341 h 449884"/>
              <a:gd name="csX25" fmla="*/ 1699531 w 1699530"/>
              <a:gd name="csY25" fmla="*/ 449885 h 449884"/>
              <a:gd name="csX26" fmla="*/ 1653443 w 1699530"/>
              <a:gd name="csY26" fmla="*/ 448796 h 449884"/>
              <a:gd name="csX27" fmla="*/ 1645218 w 1699530"/>
              <a:gd name="csY27" fmla="*/ 448073 h 449884"/>
              <a:gd name="csX28" fmla="*/ 1636660 w 1699530"/>
              <a:gd name="csY28" fmla="*/ 447278 h 449884"/>
              <a:gd name="csX29" fmla="*/ 1627587 w 1699530"/>
              <a:gd name="csY29" fmla="*/ 446469 h 449884"/>
              <a:gd name="csX30" fmla="*/ 1608747 w 1699530"/>
              <a:gd name="csY30" fmla="*/ 444753 h 449884"/>
              <a:gd name="csX31" fmla="*/ 1580019 w 1699530"/>
              <a:gd name="csY31" fmla="*/ 442159 h 449884"/>
              <a:gd name="csX32" fmla="*/ 1561632 w 1699530"/>
              <a:gd name="csY32" fmla="*/ 440493 h 449884"/>
              <a:gd name="csX33" fmla="*/ 1553013 w 1699530"/>
              <a:gd name="csY33" fmla="*/ 439717 h 449884"/>
              <a:gd name="csX34" fmla="*/ 1509013 w 1699530"/>
              <a:gd name="csY34" fmla="*/ 434371 h 449884"/>
              <a:gd name="csX35" fmla="*/ 1495314 w 1699530"/>
              <a:gd name="csY35" fmla="*/ 433608 h 449884"/>
              <a:gd name="csX36" fmla="*/ 1487935 w 1699530"/>
              <a:gd name="csY36" fmla="*/ 433310 h 449884"/>
              <a:gd name="csX37" fmla="*/ 1480284 w 1699530"/>
              <a:gd name="csY37" fmla="*/ 433015 h 449884"/>
              <a:gd name="csX38" fmla="*/ 1403170 w 1699530"/>
              <a:gd name="csY38" fmla="*/ 425063 h 449884"/>
              <a:gd name="csX39" fmla="*/ 1265020 w 1699530"/>
              <a:gd name="csY39" fmla="*/ 416391 h 449884"/>
              <a:gd name="csX40" fmla="*/ 1000965 w 1699530"/>
              <a:gd name="csY40" fmla="*/ 394037 h 449884"/>
              <a:gd name="csX41" fmla="*/ 954848 w 1699530"/>
              <a:gd name="csY41" fmla="*/ 388995 h 449884"/>
              <a:gd name="csX42" fmla="*/ 944989 w 1699530"/>
              <a:gd name="csY42" fmla="*/ 388294 h 449884"/>
              <a:gd name="csX43" fmla="*/ 902985 w 1699530"/>
              <a:gd name="csY43" fmla="*/ 385300 h 449884"/>
              <a:gd name="csX44" fmla="*/ 892824 w 1699530"/>
              <a:gd name="csY44" fmla="*/ 384133 h 449884"/>
              <a:gd name="csX45" fmla="*/ 881907 w 1699530"/>
              <a:gd name="csY45" fmla="*/ 382985 h 449884"/>
              <a:gd name="csX46" fmla="*/ 870839 w 1699530"/>
              <a:gd name="csY46" fmla="*/ 381769 h 449884"/>
              <a:gd name="csX47" fmla="*/ 732759 w 1699530"/>
              <a:gd name="csY47" fmla="*/ 370379 h 449884"/>
              <a:gd name="csX48" fmla="*/ 448116 w 1699530"/>
              <a:gd name="csY48" fmla="*/ 347081 h 449884"/>
              <a:gd name="csX49" fmla="*/ 390897 w 1699530"/>
              <a:gd name="csY49" fmla="*/ 342427 h 449884"/>
              <a:gd name="csX50" fmla="*/ 292702 w 1699530"/>
              <a:gd name="csY50" fmla="*/ 334410 h 449884"/>
              <a:gd name="csX51" fmla="*/ 236387 w 1699530"/>
              <a:gd name="csY51" fmla="*/ 329812 h 449884"/>
              <a:gd name="csX52" fmla="*/ 204822 w 1699530"/>
              <a:gd name="csY52" fmla="*/ 327227 h 449884"/>
              <a:gd name="csX53" fmla="*/ 190678 w 1699530"/>
              <a:gd name="csY53" fmla="*/ 326076 h 449884"/>
              <a:gd name="csX54" fmla="*/ 171647 w 1699530"/>
              <a:gd name="csY54" fmla="*/ 324519 h 449884"/>
              <a:gd name="csX55" fmla="*/ 161124 w 1699530"/>
              <a:gd name="csY55" fmla="*/ 323659 h 449884"/>
              <a:gd name="csX56" fmla="*/ 130036 w 1699530"/>
              <a:gd name="csY56" fmla="*/ 319573 h 449884"/>
              <a:gd name="csX57" fmla="*/ 115696 w 1699530"/>
              <a:gd name="csY57" fmla="*/ 318366 h 449884"/>
              <a:gd name="csX58" fmla="*/ 107812 w 1699530"/>
              <a:gd name="csY58" fmla="*/ 317805 h 449884"/>
              <a:gd name="csX59" fmla="*/ 99523 w 1699530"/>
              <a:gd name="csY59" fmla="*/ 317234 h 449884"/>
              <a:gd name="csX60" fmla="*/ 90868 w 1699530"/>
              <a:gd name="csY60" fmla="*/ 316623 h 449884"/>
              <a:gd name="csX61" fmla="*/ 63693 w 1699530"/>
              <a:gd name="csY61" fmla="*/ 314727 h 449884"/>
              <a:gd name="csX62" fmla="*/ 45189 w 1699530"/>
              <a:gd name="csY62" fmla="*/ 313424 h 449884"/>
              <a:gd name="csX63" fmla="*/ 0 w 1699530"/>
              <a:gd name="csY63" fmla="*/ 310265 h 449884"/>
              <a:gd name="csX64" fmla="*/ 0 w 1699530"/>
              <a:gd name="csY64" fmla="*/ 245110 h 449884"/>
              <a:gd name="csX65" fmla="*/ 163059 w 1699530"/>
              <a:gd name="csY65" fmla="*/ 246437 h 449884"/>
              <a:gd name="csX66" fmla="*/ 423373 w 1699530"/>
              <a:gd name="csY66" fmla="*/ 248212 h 449884"/>
              <a:gd name="csX67" fmla="*/ 418825 w 1699530"/>
              <a:gd name="csY67" fmla="*/ 243657 h 449884"/>
              <a:gd name="csX68" fmla="*/ 412598 w 1699530"/>
              <a:gd name="csY68" fmla="*/ 237353 h 449884"/>
              <a:gd name="csX69" fmla="*/ 406538 w 1699530"/>
              <a:gd name="csY69" fmla="*/ 231247 h 449884"/>
              <a:gd name="csX70" fmla="*/ 389609 w 1699530"/>
              <a:gd name="csY70" fmla="*/ 212035 h 449884"/>
              <a:gd name="csX71" fmla="*/ 348348 w 1699530"/>
              <a:gd name="csY71" fmla="*/ 167726 h 449884"/>
              <a:gd name="csX72" fmla="*/ 339866 w 1699530"/>
              <a:gd name="csY72" fmla="*/ 159014 h 449884"/>
              <a:gd name="csX73" fmla="*/ 322187 w 1699530"/>
              <a:gd name="csY73" fmla="*/ 140891 h 449884"/>
              <a:gd name="csX74" fmla="*/ 299730 w 1699530"/>
              <a:gd name="csY74" fmla="*/ 117839 h 449884"/>
              <a:gd name="csX75" fmla="*/ 278038 w 1699530"/>
              <a:gd name="csY75" fmla="*/ 95589 h 449884"/>
              <a:gd name="csX76" fmla="*/ 270000 w 1699530"/>
              <a:gd name="csY76" fmla="*/ 87321 h 449884"/>
              <a:gd name="csX77" fmla="*/ 228609 w 1699530"/>
              <a:gd name="csY77" fmla="*/ 48330 h 449884"/>
              <a:gd name="csX78" fmla="*/ 217735 w 1699530"/>
              <a:gd name="csY78" fmla="*/ 31027 h 449884"/>
              <a:gd name="csX79" fmla="*/ 224242 w 1699530"/>
              <a:gd name="csY79" fmla="*/ 25029 h 449884"/>
              <a:gd name="csX80" fmla="*/ 232665 w 1699530"/>
              <a:gd name="csY80" fmla="*/ 17260 h 449884"/>
              <a:gd name="csX81" fmla="*/ 241065 w 1699530"/>
              <a:gd name="csY81" fmla="*/ 9516 h 449884"/>
              <a:gd name="csX82" fmla="*/ 251000 w 1699530"/>
              <a:gd name="csY82" fmla="*/ 0 h 449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</a:cxnLst>
            <a:rect l="l" t="t" r="r" b="b"/>
            <a:pathLst>
              <a:path w="1699530" h="449884">
                <a:moveTo>
                  <a:pt x="251000" y="0"/>
                </a:moveTo>
                <a:cubicBezTo>
                  <a:pt x="279686" y="13158"/>
                  <a:pt x="304233" y="40949"/>
                  <a:pt x="327984" y="61920"/>
                </a:cubicBezTo>
                <a:cubicBezTo>
                  <a:pt x="338127" y="70874"/>
                  <a:pt x="348324" y="79760"/>
                  <a:pt x="358542" y="88621"/>
                </a:cubicBezTo>
                <a:cubicBezTo>
                  <a:pt x="360154" y="90017"/>
                  <a:pt x="361766" y="91417"/>
                  <a:pt x="363426" y="92856"/>
                </a:cubicBezTo>
                <a:cubicBezTo>
                  <a:pt x="368286" y="97070"/>
                  <a:pt x="373149" y="101280"/>
                  <a:pt x="378011" y="105490"/>
                </a:cubicBezTo>
                <a:cubicBezTo>
                  <a:pt x="403538" y="127603"/>
                  <a:pt x="428973" y="149818"/>
                  <a:pt x="454321" y="172148"/>
                </a:cubicBezTo>
                <a:cubicBezTo>
                  <a:pt x="459632" y="176826"/>
                  <a:pt x="464942" y="181499"/>
                  <a:pt x="470258" y="186171"/>
                </a:cubicBezTo>
                <a:cubicBezTo>
                  <a:pt x="471900" y="187624"/>
                  <a:pt x="473546" y="189076"/>
                  <a:pt x="475239" y="190568"/>
                </a:cubicBezTo>
                <a:cubicBezTo>
                  <a:pt x="478768" y="193661"/>
                  <a:pt x="482315" y="196727"/>
                  <a:pt x="485893" y="199761"/>
                </a:cubicBezTo>
                <a:cubicBezTo>
                  <a:pt x="494747" y="207332"/>
                  <a:pt x="502861" y="214831"/>
                  <a:pt x="510258" y="223915"/>
                </a:cubicBezTo>
                <a:cubicBezTo>
                  <a:pt x="528995" y="245569"/>
                  <a:pt x="545933" y="253449"/>
                  <a:pt x="574193" y="255404"/>
                </a:cubicBezTo>
                <a:cubicBezTo>
                  <a:pt x="589435" y="255829"/>
                  <a:pt x="604607" y="255748"/>
                  <a:pt x="619845" y="255317"/>
                </a:cubicBezTo>
                <a:cubicBezTo>
                  <a:pt x="631700" y="254998"/>
                  <a:pt x="643521" y="254998"/>
                  <a:pt x="655375" y="255041"/>
                </a:cubicBezTo>
                <a:cubicBezTo>
                  <a:pt x="662960" y="254963"/>
                  <a:pt x="670544" y="254864"/>
                  <a:pt x="678143" y="254746"/>
                </a:cubicBezTo>
                <a:cubicBezTo>
                  <a:pt x="681652" y="254740"/>
                  <a:pt x="685159" y="254737"/>
                  <a:pt x="688788" y="254731"/>
                </a:cubicBezTo>
                <a:cubicBezTo>
                  <a:pt x="713374" y="253853"/>
                  <a:pt x="1085198" y="261004"/>
                  <a:pt x="1112857" y="266828"/>
                </a:cubicBezTo>
                <a:cubicBezTo>
                  <a:pt x="1135810" y="266828"/>
                  <a:pt x="1189215" y="266775"/>
                  <a:pt x="1193056" y="266719"/>
                </a:cubicBezTo>
                <a:cubicBezTo>
                  <a:pt x="1234909" y="266406"/>
                  <a:pt x="1327114" y="269999"/>
                  <a:pt x="1329745" y="270067"/>
                </a:cubicBezTo>
                <a:cubicBezTo>
                  <a:pt x="1371538" y="271172"/>
                  <a:pt x="1413361" y="272286"/>
                  <a:pt x="1455154" y="273412"/>
                </a:cubicBezTo>
                <a:cubicBezTo>
                  <a:pt x="1475355" y="273958"/>
                  <a:pt x="1495586" y="274498"/>
                  <a:pt x="1515817" y="275028"/>
                </a:cubicBezTo>
                <a:cubicBezTo>
                  <a:pt x="1535322" y="275543"/>
                  <a:pt x="1554858" y="276068"/>
                  <a:pt x="1574394" y="276598"/>
                </a:cubicBezTo>
                <a:cubicBezTo>
                  <a:pt x="1581833" y="276797"/>
                  <a:pt x="1589242" y="276995"/>
                  <a:pt x="1596681" y="277188"/>
                </a:cubicBezTo>
                <a:cubicBezTo>
                  <a:pt x="1607145" y="277461"/>
                  <a:pt x="1617578" y="277743"/>
                  <a:pt x="1628041" y="278032"/>
                </a:cubicBezTo>
                <a:cubicBezTo>
                  <a:pt x="1632577" y="278147"/>
                  <a:pt x="1632577" y="278147"/>
                  <a:pt x="1637234" y="278261"/>
                </a:cubicBezTo>
                <a:cubicBezTo>
                  <a:pt x="1658161" y="278860"/>
                  <a:pt x="1678604" y="280551"/>
                  <a:pt x="1699531" y="282341"/>
                </a:cubicBezTo>
                <a:cubicBezTo>
                  <a:pt x="1699531" y="337631"/>
                  <a:pt x="1699531" y="392920"/>
                  <a:pt x="1699531" y="449885"/>
                </a:cubicBezTo>
                <a:cubicBezTo>
                  <a:pt x="1665509" y="449885"/>
                  <a:pt x="1665509" y="449885"/>
                  <a:pt x="1653443" y="448796"/>
                </a:cubicBezTo>
                <a:cubicBezTo>
                  <a:pt x="1650722" y="448557"/>
                  <a:pt x="1648000" y="448318"/>
                  <a:pt x="1645218" y="448073"/>
                </a:cubicBezTo>
                <a:cubicBezTo>
                  <a:pt x="1640984" y="447682"/>
                  <a:pt x="1640984" y="447682"/>
                  <a:pt x="1636660" y="447278"/>
                </a:cubicBezTo>
                <a:cubicBezTo>
                  <a:pt x="1633666" y="447011"/>
                  <a:pt x="1630672" y="446745"/>
                  <a:pt x="1627587" y="446469"/>
                </a:cubicBezTo>
                <a:cubicBezTo>
                  <a:pt x="1621297" y="445904"/>
                  <a:pt x="1615037" y="445330"/>
                  <a:pt x="1608747" y="444753"/>
                </a:cubicBezTo>
                <a:cubicBezTo>
                  <a:pt x="1599161" y="443875"/>
                  <a:pt x="1589605" y="443015"/>
                  <a:pt x="1580019" y="442159"/>
                </a:cubicBezTo>
                <a:cubicBezTo>
                  <a:pt x="1573880" y="441604"/>
                  <a:pt x="1567771" y="441048"/>
                  <a:pt x="1561632" y="440493"/>
                </a:cubicBezTo>
                <a:cubicBezTo>
                  <a:pt x="1558789" y="440238"/>
                  <a:pt x="1555947" y="439981"/>
                  <a:pt x="1553013" y="439717"/>
                </a:cubicBezTo>
                <a:cubicBezTo>
                  <a:pt x="1538286" y="438355"/>
                  <a:pt x="1523680" y="436556"/>
                  <a:pt x="1509013" y="434371"/>
                </a:cubicBezTo>
                <a:cubicBezTo>
                  <a:pt x="1504447" y="434033"/>
                  <a:pt x="1499880" y="433766"/>
                  <a:pt x="1495314" y="433608"/>
                </a:cubicBezTo>
                <a:cubicBezTo>
                  <a:pt x="1492894" y="433512"/>
                  <a:pt x="1490445" y="433413"/>
                  <a:pt x="1487935" y="433310"/>
                </a:cubicBezTo>
                <a:cubicBezTo>
                  <a:pt x="1484155" y="433164"/>
                  <a:pt x="1484155" y="433164"/>
                  <a:pt x="1480284" y="433015"/>
                </a:cubicBezTo>
                <a:cubicBezTo>
                  <a:pt x="1454277" y="431867"/>
                  <a:pt x="1428935" y="429063"/>
                  <a:pt x="1403170" y="425063"/>
                </a:cubicBezTo>
                <a:cubicBezTo>
                  <a:pt x="1404863" y="428380"/>
                  <a:pt x="1268074" y="416984"/>
                  <a:pt x="1265020" y="416391"/>
                </a:cubicBezTo>
                <a:cubicBezTo>
                  <a:pt x="1236442" y="410338"/>
                  <a:pt x="1040732" y="397549"/>
                  <a:pt x="1000965" y="394037"/>
                </a:cubicBezTo>
                <a:cubicBezTo>
                  <a:pt x="1000965" y="396085"/>
                  <a:pt x="964283" y="389625"/>
                  <a:pt x="954848" y="388995"/>
                </a:cubicBezTo>
                <a:cubicBezTo>
                  <a:pt x="951612" y="388765"/>
                  <a:pt x="948346" y="388533"/>
                  <a:pt x="944989" y="388294"/>
                </a:cubicBezTo>
                <a:cubicBezTo>
                  <a:pt x="941270" y="388064"/>
                  <a:pt x="911815" y="386147"/>
                  <a:pt x="902985" y="385300"/>
                </a:cubicBezTo>
                <a:cubicBezTo>
                  <a:pt x="899628" y="384915"/>
                  <a:pt x="896271" y="384530"/>
                  <a:pt x="892824" y="384133"/>
                </a:cubicBezTo>
                <a:cubicBezTo>
                  <a:pt x="889225" y="383755"/>
                  <a:pt x="885596" y="383376"/>
                  <a:pt x="881907" y="382985"/>
                </a:cubicBezTo>
                <a:cubicBezTo>
                  <a:pt x="878248" y="382582"/>
                  <a:pt x="874589" y="382181"/>
                  <a:pt x="870839" y="381769"/>
                </a:cubicBezTo>
                <a:cubicBezTo>
                  <a:pt x="839660" y="378465"/>
                  <a:pt x="741680" y="370900"/>
                  <a:pt x="732759" y="370379"/>
                </a:cubicBezTo>
                <a:cubicBezTo>
                  <a:pt x="729765" y="370149"/>
                  <a:pt x="530610" y="353823"/>
                  <a:pt x="448116" y="347081"/>
                </a:cubicBezTo>
                <a:cubicBezTo>
                  <a:pt x="429043" y="345524"/>
                  <a:pt x="409970" y="343976"/>
                  <a:pt x="390897" y="342427"/>
                </a:cubicBezTo>
                <a:cubicBezTo>
                  <a:pt x="358164" y="339765"/>
                  <a:pt x="325435" y="337094"/>
                  <a:pt x="292702" y="334410"/>
                </a:cubicBezTo>
                <a:cubicBezTo>
                  <a:pt x="273931" y="332871"/>
                  <a:pt x="255158" y="331338"/>
                  <a:pt x="236387" y="329812"/>
                </a:cubicBezTo>
                <a:cubicBezTo>
                  <a:pt x="225863" y="328956"/>
                  <a:pt x="215343" y="328093"/>
                  <a:pt x="204822" y="327227"/>
                </a:cubicBezTo>
                <a:cubicBezTo>
                  <a:pt x="200107" y="326843"/>
                  <a:pt x="195393" y="326458"/>
                  <a:pt x="190678" y="326076"/>
                </a:cubicBezTo>
                <a:cubicBezTo>
                  <a:pt x="184334" y="325564"/>
                  <a:pt x="177989" y="325043"/>
                  <a:pt x="171647" y="324519"/>
                </a:cubicBezTo>
                <a:cubicBezTo>
                  <a:pt x="166440" y="324094"/>
                  <a:pt x="166440" y="324094"/>
                  <a:pt x="161124" y="323659"/>
                </a:cubicBezTo>
                <a:cubicBezTo>
                  <a:pt x="150703" y="322626"/>
                  <a:pt x="140396" y="321109"/>
                  <a:pt x="130036" y="319573"/>
                </a:cubicBezTo>
                <a:cubicBezTo>
                  <a:pt x="125261" y="319111"/>
                  <a:pt x="120480" y="318701"/>
                  <a:pt x="115696" y="318366"/>
                </a:cubicBezTo>
                <a:cubicBezTo>
                  <a:pt x="111792" y="318087"/>
                  <a:pt x="111792" y="318087"/>
                  <a:pt x="107812" y="317805"/>
                </a:cubicBezTo>
                <a:cubicBezTo>
                  <a:pt x="105075" y="317615"/>
                  <a:pt x="102341" y="317429"/>
                  <a:pt x="99523" y="317234"/>
                </a:cubicBezTo>
                <a:cubicBezTo>
                  <a:pt x="96665" y="317032"/>
                  <a:pt x="93810" y="316830"/>
                  <a:pt x="90868" y="316623"/>
                </a:cubicBezTo>
                <a:cubicBezTo>
                  <a:pt x="81811" y="315983"/>
                  <a:pt x="72751" y="315353"/>
                  <a:pt x="63693" y="314727"/>
                </a:cubicBezTo>
                <a:cubicBezTo>
                  <a:pt x="57524" y="314292"/>
                  <a:pt x="51358" y="313858"/>
                  <a:pt x="45189" y="313424"/>
                </a:cubicBezTo>
                <a:cubicBezTo>
                  <a:pt x="30126" y="312363"/>
                  <a:pt x="15063" y="311314"/>
                  <a:pt x="0" y="310265"/>
                </a:cubicBezTo>
                <a:cubicBezTo>
                  <a:pt x="0" y="288764"/>
                  <a:pt x="0" y="267262"/>
                  <a:pt x="0" y="245110"/>
                </a:cubicBezTo>
                <a:cubicBezTo>
                  <a:pt x="54367" y="244895"/>
                  <a:pt x="108701" y="245479"/>
                  <a:pt x="163059" y="246437"/>
                </a:cubicBezTo>
                <a:cubicBezTo>
                  <a:pt x="249835" y="247958"/>
                  <a:pt x="336581" y="248646"/>
                  <a:pt x="423373" y="248212"/>
                </a:cubicBezTo>
                <a:cubicBezTo>
                  <a:pt x="421870" y="246710"/>
                  <a:pt x="420370" y="245206"/>
                  <a:pt x="418825" y="243657"/>
                </a:cubicBezTo>
                <a:cubicBezTo>
                  <a:pt x="416768" y="241576"/>
                  <a:pt x="414715" y="239497"/>
                  <a:pt x="412598" y="237353"/>
                </a:cubicBezTo>
                <a:cubicBezTo>
                  <a:pt x="410599" y="235339"/>
                  <a:pt x="408600" y="233323"/>
                  <a:pt x="406538" y="231247"/>
                </a:cubicBezTo>
                <a:cubicBezTo>
                  <a:pt x="400665" y="224976"/>
                  <a:pt x="395131" y="218625"/>
                  <a:pt x="389609" y="212035"/>
                </a:cubicBezTo>
                <a:cubicBezTo>
                  <a:pt x="376521" y="196584"/>
                  <a:pt x="362471" y="182181"/>
                  <a:pt x="348348" y="167726"/>
                </a:cubicBezTo>
                <a:cubicBezTo>
                  <a:pt x="345551" y="164850"/>
                  <a:pt x="342751" y="161977"/>
                  <a:pt x="339866" y="159014"/>
                </a:cubicBezTo>
                <a:cubicBezTo>
                  <a:pt x="333978" y="152967"/>
                  <a:pt x="328084" y="146926"/>
                  <a:pt x="322187" y="140891"/>
                </a:cubicBezTo>
                <a:cubicBezTo>
                  <a:pt x="314690" y="133219"/>
                  <a:pt x="307208" y="125530"/>
                  <a:pt x="299730" y="117839"/>
                </a:cubicBezTo>
                <a:cubicBezTo>
                  <a:pt x="292505" y="110414"/>
                  <a:pt x="285272" y="103002"/>
                  <a:pt x="278038" y="95589"/>
                </a:cubicBezTo>
                <a:cubicBezTo>
                  <a:pt x="275386" y="92862"/>
                  <a:pt x="272731" y="90132"/>
                  <a:pt x="270000" y="87321"/>
                </a:cubicBezTo>
                <a:cubicBezTo>
                  <a:pt x="256655" y="73682"/>
                  <a:pt x="243198" y="60570"/>
                  <a:pt x="228609" y="48330"/>
                </a:cubicBezTo>
                <a:cubicBezTo>
                  <a:pt x="223335" y="42987"/>
                  <a:pt x="220662" y="37967"/>
                  <a:pt x="217735" y="31027"/>
                </a:cubicBezTo>
                <a:cubicBezTo>
                  <a:pt x="219882" y="29047"/>
                  <a:pt x="222029" y="27068"/>
                  <a:pt x="224242" y="25029"/>
                </a:cubicBezTo>
                <a:cubicBezTo>
                  <a:pt x="228413" y="21182"/>
                  <a:pt x="228413" y="21182"/>
                  <a:pt x="232665" y="17260"/>
                </a:cubicBezTo>
                <a:cubicBezTo>
                  <a:pt x="235438" y="14704"/>
                  <a:pt x="238208" y="12147"/>
                  <a:pt x="241065" y="9516"/>
                </a:cubicBezTo>
                <a:cubicBezTo>
                  <a:pt x="246110" y="4843"/>
                  <a:pt x="246110" y="4843"/>
                  <a:pt x="251000" y="0"/>
                </a:cubicBezTo>
                <a:close/>
              </a:path>
            </a:pathLst>
          </a:custGeom>
          <a:solidFill>
            <a:srgbClr val="844F2F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6" name="Foot 2">
            <a:extLst>
              <a:ext uri="{FF2B5EF4-FFF2-40B4-BE49-F238E27FC236}">
                <a16:creationId xmlns:a16="http://schemas.microsoft.com/office/drawing/2014/main" id="{8DC61CBC-B909-58E5-A1DC-D11205EBF70C}"/>
              </a:ext>
            </a:extLst>
          </p:cNvPr>
          <p:cNvSpPr/>
          <p:nvPr/>
        </p:nvSpPr>
        <p:spPr>
          <a:xfrm>
            <a:off x="11314866" y="53454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5" name="Foot 1">
            <a:extLst>
              <a:ext uri="{FF2B5EF4-FFF2-40B4-BE49-F238E27FC236}">
                <a16:creationId xmlns:a16="http://schemas.microsoft.com/office/drawing/2014/main" id="{1ABE2127-0E94-111A-D15F-27DB8C6E516C}"/>
              </a:ext>
            </a:extLst>
          </p:cNvPr>
          <p:cNvSpPr/>
          <p:nvPr/>
        </p:nvSpPr>
        <p:spPr>
          <a:xfrm>
            <a:off x="11103243" y="5339826"/>
            <a:ext cx="167476" cy="198569"/>
          </a:xfrm>
          <a:custGeom>
            <a:avLst/>
            <a:gdLst>
              <a:gd name="csX0" fmla="*/ 122116 w 167476"/>
              <a:gd name="csY0" fmla="*/ 0 h 198569"/>
              <a:gd name="csX1" fmla="*/ 143094 w 167476"/>
              <a:gd name="csY1" fmla="*/ 10471 h 198569"/>
              <a:gd name="csX2" fmla="*/ 149136 w 167476"/>
              <a:gd name="csY2" fmla="*/ 13453 h 198569"/>
              <a:gd name="csX3" fmla="*/ 167477 w 167476"/>
              <a:gd name="csY3" fmla="*/ 27924 h 198569"/>
              <a:gd name="csX4" fmla="*/ 134212 w 167476"/>
              <a:gd name="csY4" fmla="*/ 46540 h 198569"/>
              <a:gd name="csX5" fmla="*/ 152356 w 167476"/>
              <a:gd name="csY5" fmla="*/ 71361 h 198569"/>
              <a:gd name="csX6" fmla="*/ 142304 w 167476"/>
              <a:gd name="csY6" fmla="*/ 71060 h 198569"/>
              <a:gd name="csX7" fmla="*/ 97602 w 167476"/>
              <a:gd name="csY7" fmla="*/ 80235 h 198569"/>
              <a:gd name="csX8" fmla="*/ 88850 w 167476"/>
              <a:gd name="csY8" fmla="*/ 102388 h 198569"/>
              <a:gd name="csX9" fmla="*/ 85566 w 167476"/>
              <a:gd name="csY9" fmla="*/ 111320 h 198569"/>
              <a:gd name="csX10" fmla="*/ 88850 w 167476"/>
              <a:gd name="csY10" fmla="*/ 195467 h 198569"/>
              <a:gd name="csX11" fmla="*/ 61634 w 167476"/>
              <a:gd name="csY11" fmla="*/ 186159 h 198569"/>
              <a:gd name="csX12" fmla="*/ 44433 w 167476"/>
              <a:gd name="csY12" fmla="*/ 184220 h 198569"/>
              <a:gd name="csX13" fmla="*/ 35327 w 167476"/>
              <a:gd name="csY13" fmla="*/ 183519 h 198569"/>
              <a:gd name="csX14" fmla="*/ 28369 w 167476"/>
              <a:gd name="csY14" fmla="*/ 183056 h 198569"/>
              <a:gd name="csX15" fmla="*/ 28369 w 167476"/>
              <a:gd name="csY15" fmla="*/ 198570 h 198569"/>
              <a:gd name="csX16" fmla="*/ 1152 w 167476"/>
              <a:gd name="csY16" fmla="*/ 161338 h 198569"/>
              <a:gd name="csX17" fmla="*/ 25780 w 167476"/>
              <a:gd name="csY17" fmla="*/ 68100 h 198569"/>
              <a:gd name="csX18" fmla="*/ 85258 w 167476"/>
              <a:gd name="csY18" fmla="*/ 24046 h 198569"/>
              <a:gd name="csX19" fmla="*/ 102329 w 167476"/>
              <a:gd name="csY19" fmla="*/ 14303 h 198569"/>
              <a:gd name="csX20" fmla="*/ 109886 w 167476"/>
              <a:gd name="csY20" fmla="*/ 10034 h 198569"/>
              <a:gd name="csX21" fmla="*/ 122116 w 167476"/>
              <a:gd name="csY21" fmla="*/ 0 h 19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167476" h="198569">
                <a:moveTo>
                  <a:pt x="122116" y="0"/>
                </a:moveTo>
                <a:cubicBezTo>
                  <a:pt x="129119" y="3469"/>
                  <a:pt x="136111" y="6962"/>
                  <a:pt x="143094" y="10471"/>
                </a:cubicBezTo>
                <a:cubicBezTo>
                  <a:pt x="145089" y="11455"/>
                  <a:pt x="147082" y="12438"/>
                  <a:pt x="149136" y="13453"/>
                </a:cubicBezTo>
                <a:cubicBezTo>
                  <a:pt x="164111" y="21017"/>
                  <a:pt x="164111" y="21017"/>
                  <a:pt x="167477" y="27924"/>
                </a:cubicBezTo>
                <a:cubicBezTo>
                  <a:pt x="156499" y="34067"/>
                  <a:pt x="145522" y="40210"/>
                  <a:pt x="134212" y="46540"/>
                </a:cubicBezTo>
                <a:cubicBezTo>
                  <a:pt x="140200" y="54731"/>
                  <a:pt x="146187" y="62922"/>
                  <a:pt x="152356" y="71361"/>
                </a:cubicBezTo>
                <a:cubicBezTo>
                  <a:pt x="149039" y="71262"/>
                  <a:pt x="145722" y="71162"/>
                  <a:pt x="142304" y="71060"/>
                </a:cubicBezTo>
                <a:cubicBezTo>
                  <a:pt x="118284" y="70142"/>
                  <a:pt x="118284" y="70142"/>
                  <a:pt x="97602" y="80235"/>
                </a:cubicBezTo>
                <a:cubicBezTo>
                  <a:pt x="93686" y="87603"/>
                  <a:pt x="91116" y="94327"/>
                  <a:pt x="88850" y="102388"/>
                </a:cubicBezTo>
                <a:cubicBezTo>
                  <a:pt x="87768" y="105335"/>
                  <a:pt x="86682" y="108282"/>
                  <a:pt x="85566" y="111320"/>
                </a:cubicBezTo>
                <a:cubicBezTo>
                  <a:pt x="77858" y="138329"/>
                  <a:pt x="82095" y="168607"/>
                  <a:pt x="88850" y="195467"/>
                </a:cubicBezTo>
                <a:cubicBezTo>
                  <a:pt x="77556" y="193922"/>
                  <a:pt x="71274" y="192752"/>
                  <a:pt x="61634" y="186159"/>
                </a:cubicBezTo>
                <a:cubicBezTo>
                  <a:pt x="53351" y="184738"/>
                  <a:pt x="53351" y="184738"/>
                  <a:pt x="44433" y="184220"/>
                </a:cubicBezTo>
                <a:cubicBezTo>
                  <a:pt x="41430" y="183987"/>
                  <a:pt x="38424" y="183758"/>
                  <a:pt x="35327" y="183519"/>
                </a:cubicBezTo>
                <a:cubicBezTo>
                  <a:pt x="33029" y="183367"/>
                  <a:pt x="30733" y="183215"/>
                  <a:pt x="28369" y="183056"/>
                </a:cubicBezTo>
                <a:cubicBezTo>
                  <a:pt x="28369" y="188176"/>
                  <a:pt x="28369" y="193295"/>
                  <a:pt x="28369" y="198570"/>
                </a:cubicBezTo>
                <a:cubicBezTo>
                  <a:pt x="13953" y="188709"/>
                  <a:pt x="6039" y="178235"/>
                  <a:pt x="1152" y="161338"/>
                </a:cubicBezTo>
                <a:cubicBezTo>
                  <a:pt x="-3230" y="126188"/>
                  <a:pt x="4871" y="96095"/>
                  <a:pt x="25780" y="68100"/>
                </a:cubicBezTo>
                <a:cubicBezTo>
                  <a:pt x="43359" y="49158"/>
                  <a:pt x="62997" y="36593"/>
                  <a:pt x="85258" y="24046"/>
                </a:cubicBezTo>
                <a:cubicBezTo>
                  <a:pt x="90952" y="20806"/>
                  <a:pt x="96644" y="17558"/>
                  <a:pt x="102329" y="14303"/>
                </a:cubicBezTo>
                <a:cubicBezTo>
                  <a:pt x="104824" y="12891"/>
                  <a:pt x="107316" y="11483"/>
                  <a:pt x="109886" y="10034"/>
                </a:cubicBezTo>
                <a:cubicBezTo>
                  <a:pt x="116436" y="6323"/>
                  <a:pt x="116436" y="6323"/>
                  <a:pt x="122116" y="0"/>
                </a:cubicBezTo>
                <a:close/>
              </a:path>
            </a:pathLst>
          </a:custGeom>
          <a:solidFill>
            <a:srgbClr val="3EA0D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28" name="Body">
            <a:extLst>
              <a:ext uri="{FF2B5EF4-FFF2-40B4-BE49-F238E27FC236}">
                <a16:creationId xmlns:a16="http://schemas.microsoft.com/office/drawing/2014/main" id="{DC669B4B-F9A5-85B9-E77D-7A424F770DAD}"/>
              </a:ext>
            </a:extLst>
          </p:cNvPr>
          <p:cNvSpPr/>
          <p:nvPr/>
        </p:nvSpPr>
        <p:spPr>
          <a:xfrm>
            <a:off x="10850686" y="4283334"/>
            <a:ext cx="870529" cy="1109573"/>
          </a:xfrm>
          <a:custGeom>
            <a:avLst/>
            <a:gdLst>
              <a:gd name="csX0" fmla="*/ 359209 w 870529"/>
              <a:gd name="csY0" fmla="*/ 51108 h 1109573"/>
              <a:gd name="csX1" fmla="*/ 494622 w 870529"/>
              <a:gd name="csY1" fmla="*/ 300887 h 1109573"/>
              <a:gd name="csX2" fmla="*/ 499841 w 870529"/>
              <a:gd name="csY2" fmla="*/ 390340 h 1109573"/>
              <a:gd name="csX3" fmla="*/ 500201 w 870529"/>
              <a:gd name="csY3" fmla="*/ 399620 h 1109573"/>
              <a:gd name="csX4" fmla="*/ 500231 w 870529"/>
              <a:gd name="csY4" fmla="*/ 415444 h 1109573"/>
              <a:gd name="csX5" fmla="*/ 503503 w 870529"/>
              <a:gd name="csY5" fmla="*/ 432939 h 1109573"/>
              <a:gd name="csX6" fmla="*/ 531664 w 870529"/>
              <a:gd name="csY6" fmla="*/ 448453 h 1109573"/>
              <a:gd name="csX7" fmla="*/ 548357 w 870529"/>
              <a:gd name="csY7" fmla="*/ 456392 h 1109573"/>
              <a:gd name="csX8" fmla="*/ 556537 w 870529"/>
              <a:gd name="csY8" fmla="*/ 460271 h 1109573"/>
              <a:gd name="csX9" fmla="*/ 869419 w 870529"/>
              <a:gd name="csY9" fmla="*/ 1093804 h 1109573"/>
              <a:gd name="csX10" fmla="*/ 674758 w 870529"/>
              <a:gd name="csY10" fmla="*/ 1105207 h 1109573"/>
              <a:gd name="csX11" fmla="*/ 498613 w 870529"/>
              <a:gd name="csY11" fmla="*/ 1067748 h 1109573"/>
              <a:gd name="csX12" fmla="*/ 470314 w 870529"/>
              <a:gd name="csY12" fmla="*/ 1107769 h 1109573"/>
              <a:gd name="csX13" fmla="*/ 385446 w 870529"/>
              <a:gd name="csY13" fmla="*/ 1073225 h 1109573"/>
              <a:gd name="csX14" fmla="*/ 372639 w 870529"/>
              <a:gd name="csY14" fmla="*/ 1058053 h 1109573"/>
              <a:gd name="csX15" fmla="*/ 363261 w 870529"/>
              <a:gd name="csY15" fmla="*/ 1049204 h 1109573"/>
              <a:gd name="csX16" fmla="*/ 319209 w 870529"/>
              <a:gd name="csY16" fmla="*/ 994315 h 1109573"/>
              <a:gd name="csX17" fmla="*/ 288370 w 870529"/>
              <a:gd name="csY17" fmla="*/ 966109 h 1109573"/>
              <a:gd name="csX18" fmla="*/ 207142 w 870529"/>
              <a:gd name="csY18" fmla="*/ 904543 h 1109573"/>
              <a:gd name="csX19" fmla="*/ 201642 w 870529"/>
              <a:gd name="csY19" fmla="*/ 899665 h 1109573"/>
              <a:gd name="csX20" fmla="*/ 140612 w 870529"/>
              <a:gd name="csY20" fmla="*/ 833182 h 1109573"/>
              <a:gd name="csX21" fmla="*/ 136917 w 870529"/>
              <a:gd name="csY21" fmla="*/ 828217 h 1109573"/>
              <a:gd name="csX22" fmla="*/ 55938 w 870529"/>
              <a:gd name="csY22" fmla="*/ 612893 h 1109573"/>
              <a:gd name="csX23" fmla="*/ 72948 w 870529"/>
              <a:gd name="csY23" fmla="*/ 638878 h 1109573"/>
              <a:gd name="csX24" fmla="*/ 131540 w 870529"/>
              <a:gd name="csY24" fmla="*/ 681152 h 1109573"/>
              <a:gd name="csX25" fmla="*/ 237538 w 870529"/>
              <a:gd name="csY25" fmla="*/ 655955 h 1109573"/>
              <a:gd name="csX26" fmla="*/ 285391 w 870529"/>
              <a:gd name="csY26" fmla="*/ 552004 h 1109573"/>
              <a:gd name="csX27" fmla="*/ 326204 w 870529"/>
              <a:gd name="csY27" fmla="*/ 476293 h 1109573"/>
              <a:gd name="csX28" fmla="*/ 383462 w 870529"/>
              <a:gd name="csY28" fmla="*/ 310931 h 1109573"/>
              <a:gd name="csX29" fmla="*/ 306937 w 870529"/>
              <a:gd name="csY29" fmla="*/ 131982 h 1109573"/>
              <a:gd name="csX30" fmla="*/ 306937 w 870529"/>
              <a:gd name="csY30" fmla="*/ 125777 h 1109573"/>
              <a:gd name="csX31" fmla="*/ 285769 w 870529"/>
              <a:gd name="csY31" fmla="*/ 116469 h 1109573"/>
              <a:gd name="csX32" fmla="*/ 288309 w 870529"/>
              <a:gd name="csY32" fmla="*/ 121573 h 1109573"/>
              <a:gd name="csX33" fmla="*/ 291626 w 870529"/>
              <a:gd name="csY33" fmla="*/ 128299 h 1109573"/>
              <a:gd name="csX34" fmla="*/ 294923 w 870529"/>
              <a:gd name="csY34" fmla="*/ 134951 h 1109573"/>
              <a:gd name="csX35" fmla="*/ 297675 w 870529"/>
              <a:gd name="csY35" fmla="*/ 185115 h 1109573"/>
              <a:gd name="csX36" fmla="*/ 188998 w 870529"/>
              <a:gd name="csY36" fmla="*/ 246780 h 1109573"/>
              <a:gd name="csX37" fmla="*/ 164805 w 870529"/>
              <a:gd name="csY37" fmla="*/ 249883 h 1109573"/>
              <a:gd name="csX38" fmla="*/ 163801 w 870529"/>
              <a:gd name="csY38" fmla="*/ 255229 h 1109573"/>
              <a:gd name="csX39" fmla="*/ 128516 w 870529"/>
              <a:gd name="csY39" fmla="*/ 318141 h 1109573"/>
              <a:gd name="csX40" fmla="*/ 100353 w 870529"/>
              <a:gd name="csY40" fmla="*/ 332687 h 1109573"/>
              <a:gd name="csX41" fmla="*/ 93107 w 870529"/>
              <a:gd name="csY41" fmla="*/ 336230 h 1109573"/>
              <a:gd name="csX42" fmla="*/ 40817 w 870529"/>
              <a:gd name="csY42" fmla="*/ 355373 h 1109573"/>
              <a:gd name="csX43" fmla="*/ 35226 w 870529"/>
              <a:gd name="csY43" fmla="*/ 357145 h 1109573"/>
              <a:gd name="csX44" fmla="*/ 3896 w 870529"/>
              <a:gd name="csY44" fmla="*/ 337375 h 1109573"/>
              <a:gd name="csX45" fmla="*/ 17169 w 870529"/>
              <a:gd name="csY45" fmla="*/ 120549 h 1109573"/>
              <a:gd name="csX46" fmla="*/ 158597 w 870529"/>
              <a:gd name="csY46" fmla="*/ 8466 h 1109573"/>
              <a:gd name="csX47" fmla="*/ 158757 w 870529"/>
              <a:gd name="csY47" fmla="*/ 7876 h 1109573"/>
              <a:gd name="csX48" fmla="*/ 359209 w 870529"/>
              <a:gd name="csY48" fmla="*/ 51108 h 1109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870529" h="1109573">
                <a:moveTo>
                  <a:pt x="359209" y="51108"/>
                </a:moveTo>
                <a:cubicBezTo>
                  <a:pt x="438882" y="113329"/>
                  <a:pt x="480614" y="200321"/>
                  <a:pt x="494622" y="300887"/>
                </a:cubicBezTo>
                <a:cubicBezTo>
                  <a:pt x="498323" y="330605"/>
                  <a:pt x="499106" y="360415"/>
                  <a:pt x="499841" y="390340"/>
                </a:cubicBezTo>
                <a:cubicBezTo>
                  <a:pt x="499959" y="393402"/>
                  <a:pt x="500080" y="396465"/>
                  <a:pt x="500201" y="399620"/>
                </a:cubicBezTo>
                <a:cubicBezTo>
                  <a:pt x="500374" y="404891"/>
                  <a:pt x="500410" y="410172"/>
                  <a:pt x="500231" y="415444"/>
                </a:cubicBezTo>
                <a:cubicBezTo>
                  <a:pt x="500023" y="422806"/>
                  <a:pt x="500023" y="422806"/>
                  <a:pt x="503503" y="432939"/>
                </a:cubicBezTo>
                <a:cubicBezTo>
                  <a:pt x="512071" y="440029"/>
                  <a:pt x="521575" y="444087"/>
                  <a:pt x="531664" y="448453"/>
                </a:cubicBezTo>
                <a:cubicBezTo>
                  <a:pt x="537237" y="451081"/>
                  <a:pt x="542802" y="453727"/>
                  <a:pt x="548357" y="456392"/>
                </a:cubicBezTo>
                <a:cubicBezTo>
                  <a:pt x="551057" y="457671"/>
                  <a:pt x="554184" y="458260"/>
                  <a:pt x="556537" y="460271"/>
                </a:cubicBezTo>
                <a:cubicBezTo>
                  <a:pt x="780120" y="651208"/>
                  <a:pt x="885870" y="1093804"/>
                  <a:pt x="869419" y="1093804"/>
                </a:cubicBezTo>
                <a:cubicBezTo>
                  <a:pt x="884388" y="1112247"/>
                  <a:pt x="680794" y="1112923"/>
                  <a:pt x="674758" y="1105207"/>
                </a:cubicBezTo>
                <a:cubicBezTo>
                  <a:pt x="683334" y="1099324"/>
                  <a:pt x="542121" y="1059471"/>
                  <a:pt x="498613" y="1067748"/>
                </a:cubicBezTo>
                <a:cubicBezTo>
                  <a:pt x="493896" y="1068645"/>
                  <a:pt x="503978" y="1064283"/>
                  <a:pt x="470314" y="1107769"/>
                </a:cubicBezTo>
                <a:cubicBezTo>
                  <a:pt x="468309" y="1110357"/>
                  <a:pt x="387675" y="1075753"/>
                  <a:pt x="385446" y="1073225"/>
                </a:cubicBezTo>
                <a:cubicBezTo>
                  <a:pt x="380889" y="1068052"/>
                  <a:pt x="380864" y="1065663"/>
                  <a:pt x="372639" y="1058053"/>
                </a:cubicBezTo>
                <a:cubicBezTo>
                  <a:pt x="369533" y="1055083"/>
                  <a:pt x="366406" y="1052136"/>
                  <a:pt x="363261" y="1049204"/>
                </a:cubicBezTo>
                <a:cubicBezTo>
                  <a:pt x="346021" y="1032446"/>
                  <a:pt x="332509" y="1014429"/>
                  <a:pt x="319209" y="994315"/>
                </a:cubicBezTo>
                <a:cubicBezTo>
                  <a:pt x="310131" y="981039"/>
                  <a:pt x="302054" y="974448"/>
                  <a:pt x="288370" y="966109"/>
                </a:cubicBezTo>
                <a:cubicBezTo>
                  <a:pt x="259045" y="948225"/>
                  <a:pt x="232902" y="927422"/>
                  <a:pt x="207142" y="904543"/>
                </a:cubicBezTo>
                <a:cubicBezTo>
                  <a:pt x="205328" y="902935"/>
                  <a:pt x="203514" y="901325"/>
                  <a:pt x="201642" y="899665"/>
                </a:cubicBezTo>
                <a:cubicBezTo>
                  <a:pt x="178910" y="879293"/>
                  <a:pt x="158808" y="858006"/>
                  <a:pt x="140612" y="833182"/>
                </a:cubicBezTo>
                <a:cubicBezTo>
                  <a:pt x="139394" y="831543"/>
                  <a:pt x="138175" y="829905"/>
                  <a:pt x="136917" y="828217"/>
                </a:cubicBezTo>
                <a:cubicBezTo>
                  <a:pt x="92599" y="768346"/>
                  <a:pt x="52046" y="690112"/>
                  <a:pt x="55938" y="612893"/>
                </a:cubicBezTo>
                <a:cubicBezTo>
                  <a:pt x="62249" y="621261"/>
                  <a:pt x="67647" y="629815"/>
                  <a:pt x="72948" y="638878"/>
                </a:cubicBezTo>
                <a:cubicBezTo>
                  <a:pt x="87150" y="660860"/>
                  <a:pt x="107828" y="672089"/>
                  <a:pt x="131540" y="681152"/>
                </a:cubicBezTo>
                <a:cubicBezTo>
                  <a:pt x="169565" y="686581"/>
                  <a:pt x="205942" y="678493"/>
                  <a:pt x="237538" y="655955"/>
                </a:cubicBezTo>
                <a:cubicBezTo>
                  <a:pt x="270806" y="626778"/>
                  <a:pt x="279932" y="595618"/>
                  <a:pt x="285391" y="552004"/>
                </a:cubicBezTo>
                <a:cubicBezTo>
                  <a:pt x="290205" y="519072"/>
                  <a:pt x="304291" y="500115"/>
                  <a:pt x="326204" y="476293"/>
                </a:cubicBezTo>
                <a:cubicBezTo>
                  <a:pt x="366113" y="429992"/>
                  <a:pt x="384642" y="372590"/>
                  <a:pt x="383462" y="310931"/>
                </a:cubicBezTo>
                <a:cubicBezTo>
                  <a:pt x="378376" y="247997"/>
                  <a:pt x="351791" y="175757"/>
                  <a:pt x="306937" y="131982"/>
                </a:cubicBezTo>
                <a:cubicBezTo>
                  <a:pt x="306937" y="129934"/>
                  <a:pt x="306937" y="127887"/>
                  <a:pt x="306937" y="125777"/>
                </a:cubicBezTo>
                <a:cubicBezTo>
                  <a:pt x="299885" y="122035"/>
                  <a:pt x="293338" y="119060"/>
                  <a:pt x="285769" y="116469"/>
                </a:cubicBezTo>
                <a:cubicBezTo>
                  <a:pt x="287027" y="118994"/>
                  <a:pt x="287027" y="118994"/>
                  <a:pt x="288309" y="121573"/>
                </a:cubicBezTo>
                <a:cubicBezTo>
                  <a:pt x="289404" y="123791"/>
                  <a:pt x="290499" y="126013"/>
                  <a:pt x="291626" y="128299"/>
                </a:cubicBezTo>
                <a:cubicBezTo>
                  <a:pt x="292715" y="130496"/>
                  <a:pt x="293804" y="132690"/>
                  <a:pt x="294923" y="134951"/>
                </a:cubicBezTo>
                <a:cubicBezTo>
                  <a:pt x="302728" y="151774"/>
                  <a:pt x="303451" y="167684"/>
                  <a:pt x="297675" y="185115"/>
                </a:cubicBezTo>
                <a:cubicBezTo>
                  <a:pt x="274344" y="220637"/>
                  <a:pt x="228009" y="237081"/>
                  <a:pt x="188998" y="246780"/>
                </a:cubicBezTo>
                <a:cubicBezTo>
                  <a:pt x="180869" y="248266"/>
                  <a:pt x="173046" y="249222"/>
                  <a:pt x="164805" y="249883"/>
                </a:cubicBezTo>
                <a:cubicBezTo>
                  <a:pt x="164473" y="251648"/>
                  <a:pt x="164143" y="253411"/>
                  <a:pt x="163801" y="255229"/>
                </a:cubicBezTo>
                <a:cubicBezTo>
                  <a:pt x="158216" y="283128"/>
                  <a:pt x="151200" y="301167"/>
                  <a:pt x="128516" y="318141"/>
                </a:cubicBezTo>
                <a:cubicBezTo>
                  <a:pt x="119383" y="323608"/>
                  <a:pt x="109969" y="328194"/>
                  <a:pt x="100353" y="332687"/>
                </a:cubicBezTo>
                <a:cubicBezTo>
                  <a:pt x="97964" y="333856"/>
                  <a:pt x="95572" y="335026"/>
                  <a:pt x="93107" y="336230"/>
                </a:cubicBezTo>
                <a:cubicBezTo>
                  <a:pt x="76093" y="344356"/>
                  <a:pt x="58926" y="350372"/>
                  <a:pt x="40817" y="355373"/>
                </a:cubicBezTo>
                <a:cubicBezTo>
                  <a:pt x="38973" y="355960"/>
                  <a:pt x="37128" y="356543"/>
                  <a:pt x="35226" y="357145"/>
                </a:cubicBezTo>
                <a:cubicBezTo>
                  <a:pt x="23296" y="362872"/>
                  <a:pt x="7764" y="344073"/>
                  <a:pt x="3896" y="337375"/>
                </a:cubicBezTo>
                <a:cubicBezTo>
                  <a:pt x="-5999" y="320229"/>
                  <a:pt x="8363" y="133627"/>
                  <a:pt x="17169" y="120549"/>
                </a:cubicBezTo>
                <a:cubicBezTo>
                  <a:pt x="24853" y="109137"/>
                  <a:pt x="110753" y="-3508"/>
                  <a:pt x="158597" y="8466"/>
                </a:cubicBezTo>
                <a:cubicBezTo>
                  <a:pt x="164630" y="4820"/>
                  <a:pt x="147801" y="11339"/>
                  <a:pt x="158757" y="7876"/>
                </a:cubicBezTo>
                <a:cubicBezTo>
                  <a:pt x="226911" y="-12949"/>
                  <a:pt x="301818" y="11531"/>
                  <a:pt x="359209" y="51108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3" name="White">
            <a:extLst>
              <a:ext uri="{FF2B5EF4-FFF2-40B4-BE49-F238E27FC236}">
                <a16:creationId xmlns:a16="http://schemas.microsoft.com/office/drawing/2014/main" id="{3F20D0F6-76BB-FA7E-17C8-763C53EA7036}"/>
              </a:ext>
            </a:extLst>
          </p:cNvPr>
          <p:cNvSpPr/>
          <p:nvPr/>
        </p:nvSpPr>
        <p:spPr>
          <a:xfrm>
            <a:off x="10880631" y="4401175"/>
            <a:ext cx="353474" cy="567624"/>
          </a:xfrm>
          <a:custGeom>
            <a:avLst/>
            <a:gdLst>
              <a:gd name="csX0" fmla="*/ 134327 w 353474"/>
              <a:gd name="csY0" fmla="*/ 131680 h 567624"/>
              <a:gd name="csX1" fmla="*/ 98603 w 353474"/>
              <a:gd name="csY1" fmla="*/ 199733 h 567624"/>
              <a:gd name="csX2" fmla="*/ 2 w 353474"/>
              <a:gd name="csY2" fmla="*/ 240905 h 567624"/>
              <a:gd name="csX3" fmla="*/ 25359 w 353474"/>
              <a:gd name="csY3" fmla="*/ 495158 h 567624"/>
              <a:gd name="csX4" fmla="*/ 48678 w 353474"/>
              <a:gd name="csY4" fmla="*/ 529483 h 567624"/>
              <a:gd name="csX5" fmla="*/ 248208 w 353474"/>
              <a:gd name="csY5" fmla="*/ 473434 h 567624"/>
              <a:gd name="csX6" fmla="*/ 259584 w 353474"/>
              <a:gd name="csY6" fmla="*/ 413261 h 567624"/>
              <a:gd name="csX7" fmla="*/ 340158 w 353474"/>
              <a:gd name="csY7" fmla="*/ 279139 h 567624"/>
              <a:gd name="csX8" fmla="*/ 259739 w 353474"/>
              <a:gd name="csY8" fmla="*/ 0 h 567624"/>
              <a:gd name="csX9" fmla="*/ 271312 w 353474"/>
              <a:gd name="csY9" fmla="*/ 30186 h 567624"/>
              <a:gd name="csX10" fmla="*/ 207168 w 353474"/>
              <a:gd name="csY10" fmla="*/ 112747 h 567624"/>
              <a:gd name="csX11" fmla="*/ 134327 w 353474"/>
              <a:gd name="csY11" fmla="*/ 131680 h 567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53474" h="567624">
                <a:moveTo>
                  <a:pt x="134327" y="131680"/>
                </a:moveTo>
                <a:cubicBezTo>
                  <a:pt x="136894" y="149324"/>
                  <a:pt x="108250" y="199358"/>
                  <a:pt x="98603" y="199733"/>
                </a:cubicBezTo>
                <a:cubicBezTo>
                  <a:pt x="104064" y="198334"/>
                  <a:pt x="14337" y="240350"/>
                  <a:pt x="2" y="240905"/>
                </a:cubicBezTo>
                <a:cubicBezTo>
                  <a:pt x="-258" y="241039"/>
                  <a:pt x="20660" y="497569"/>
                  <a:pt x="25359" y="495158"/>
                </a:cubicBezTo>
                <a:cubicBezTo>
                  <a:pt x="24395" y="495158"/>
                  <a:pt x="46080" y="529483"/>
                  <a:pt x="48678" y="529483"/>
                </a:cubicBezTo>
                <a:cubicBezTo>
                  <a:pt x="97027" y="603106"/>
                  <a:pt x="245108" y="562390"/>
                  <a:pt x="248208" y="473434"/>
                </a:cubicBezTo>
                <a:cubicBezTo>
                  <a:pt x="246052" y="475646"/>
                  <a:pt x="259100" y="413757"/>
                  <a:pt x="259584" y="413261"/>
                </a:cubicBezTo>
                <a:cubicBezTo>
                  <a:pt x="260286" y="418297"/>
                  <a:pt x="334452" y="311990"/>
                  <a:pt x="340158" y="279139"/>
                </a:cubicBezTo>
                <a:cubicBezTo>
                  <a:pt x="381770" y="203528"/>
                  <a:pt x="317741" y="2051"/>
                  <a:pt x="259739" y="0"/>
                </a:cubicBezTo>
                <a:lnTo>
                  <a:pt x="271312" y="30186"/>
                </a:lnTo>
                <a:cubicBezTo>
                  <a:pt x="281261" y="67588"/>
                  <a:pt x="237953" y="106849"/>
                  <a:pt x="207168" y="112747"/>
                </a:cubicBezTo>
                <a:cubicBezTo>
                  <a:pt x="199816" y="114193"/>
                  <a:pt x="142135" y="138561"/>
                  <a:pt x="134327" y="131680"/>
                </a:cubicBezTo>
                <a:close/>
              </a:path>
            </a:pathLst>
          </a:custGeom>
          <a:solidFill>
            <a:srgbClr val="FFFFFF"/>
          </a:solidFill>
          <a:ln w="3023" cap="flat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1" name="Wing Left GRAY">
            <a:extLst>
              <a:ext uri="{FF2B5EF4-FFF2-40B4-BE49-F238E27FC236}">
                <a16:creationId xmlns:a16="http://schemas.microsoft.com/office/drawing/2014/main" id="{564342FD-F5C7-F399-3FF5-A65DB68C55C1}"/>
              </a:ext>
            </a:extLst>
          </p:cNvPr>
          <p:cNvSpPr/>
          <p:nvPr/>
        </p:nvSpPr>
        <p:spPr>
          <a:xfrm>
            <a:off x="11187560" y="4913965"/>
            <a:ext cx="580640" cy="453331"/>
          </a:xfrm>
          <a:custGeom>
            <a:avLst/>
            <a:gdLst>
              <a:gd name="csX0" fmla="*/ 0 w 580640"/>
              <a:gd name="csY0" fmla="*/ 0 h 453331"/>
              <a:gd name="csX1" fmla="*/ 12565 w 580640"/>
              <a:gd name="csY1" fmla="*/ 21877 h 453331"/>
              <a:gd name="csX2" fmla="*/ 130036 w 580640"/>
              <a:gd name="csY2" fmla="*/ 195467 h 453331"/>
              <a:gd name="csX3" fmla="*/ 136251 w 580640"/>
              <a:gd name="csY3" fmla="*/ 202135 h 453331"/>
              <a:gd name="csX4" fmla="*/ 238903 w 580640"/>
              <a:gd name="csY4" fmla="*/ 294752 h 453331"/>
              <a:gd name="csX5" fmla="*/ 245602 w 580640"/>
              <a:gd name="csY5" fmla="*/ 299558 h 453331"/>
              <a:gd name="csX6" fmla="*/ 293337 w 580640"/>
              <a:gd name="csY6" fmla="*/ 331984 h 453331"/>
              <a:gd name="csX7" fmla="*/ 299518 w 580640"/>
              <a:gd name="csY7" fmla="*/ 336017 h 453331"/>
              <a:gd name="csX8" fmla="*/ 580641 w 580640"/>
              <a:gd name="csY8" fmla="*/ 452987 h 453331"/>
              <a:gd name="csX9" fmla="*/ 535975 w 580640"/>
              <a:gd name="csY9" fmla="*/ 452178 h 453331"/>
              <a:gd name="csX10" fmla="*/ 167771 w 580640"/>
              <a:gd name="csY10" fmla="*/ 277002 h 453331"/>
              <a:gd name="csX11" fmla="*/ 155517 w 580640"/>
              <a:gd name="csY11" fmla="*/ 266223 h 453331"/>
              <a:gd name="csX12" fmla="*/ 114915 w 580640"/>
              <a:gd name="csY12" fmla="*/ 223391 h 453331"/>
              <a:gd name="csX13" fmla="*/ 107380 w 580640"/>
              <a:gd name="csY13" fmla="*/ 214713 h 453331"/>
              <a:gd name="csX14" fmla="*/ 0 w 580640"/>
              <a:gd name="csY14" fmla="*/ 0 h 453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80640" h="453331">
                <a:moveTo>
                  <a:pt x="0" y="0"/>
                </a:moveTo>
                <a:cubicBezTo>
                  <a:pt x="6583" y="6754"/>
                  <a:pt x="9100" y="13130"/>
                  <a:pt x="12565" y="21877"/>
                </a:cubicBezTo>
                <a:cubicBezTo>
                  <a:pt x="38645" y="87551"/>
                  <a:pt x="82171" y="144875"/>
                  <a:pt x="130036" y="195467"/>
                </a:cubicBezTo>
                <a:cubicBezTo>
                  <a:pt x="133112" y="198768"/>
                  <a:pt x="133112" y="198768"/>
                  <a:pt x="136251" y="202135"/>
                </a:cubicBezTo>
                <a:cubicBezTo>
                  <a:pt x="168285" y="236416"/>
                  <a:pt x="200927" y="267551"/>
                  <a:pt x="238903" y="294752"/>
                </a:cubicBezTo>
                <a:cubicBezTo>
                  <a:pt x="241114" y="296337"/>
                  <a:pt x="243325" y="297926"/>
                  <a:pt x="245602" y="299558"/>
                </a:cubicBezTo>
                <a:cubicBezTo>
                  <a:pt x="261294" y="310724"/>
                  <a:pt x="277216" y="321484"/>
                  <a:pt x="293337" y="331984"/>
                </a:cubicBezTo>
                <a:cubicBezTo>
                  <a:pt x="295378" y="333315"/>
                  <a:pt x="297417" y="334646"/>
                  <a:pt x="299518" y="336017"/>
                </a:cubicBezTo>
                <a:cubicBezTo>
                  <a:pt x="386101" y="391843"/>
                  <a:pt x="481632" y="428228"/>
                  <a:pt x="580641" y="452987"/>
                </a:cubicBezTo>
                <a:cubicBezTo>
                  <a:pt x="580641" y="454011"/>
                  <a:pt x="538818" y="452454"/>
                  <a:pt x="535975" y="452178"/>
                </a:cubicBezTo>
                <a:cubicBezTo>
                  <a:pt x="396655" y="436670"/>
                  <a:pt x="272707" y="370184"/>
                  <a:pt x="167771" y="277002"/>
                </a:cubicBezTo>
                <a:cubicBezTo>
                  <a:pt x="163703" y="273390"/>
                  <a:pt x="159612" y="269804"/>
                  <a:pt x="155517" y="266223"/>
                </a:cubicBezTo>
                <a:cubicBezTo>
                  <a:pt x="140575" y="252950"/>
                  <a:pt x="127614" y="238898"/>
                  <a:pt x="114915" y="223391"/>
                </a:cubicBezTo>
                <a:cubicBezTo>
                  <a:pt x="112430" y="220527"/>
                  <a:pt x="109941" y="217663"/>
                  <a:pt x="107380" y="214713"/>
                </a:cubicBezTo>
                <a:cubicBezTo>
                  <a:pt x="61398" y="161412"/>
                  <a:pt x="0" y="73989"/>
                  <a:pt x="0" y="0"/>
                </a:cubicBezTo>
                <a:close/>
              </a:path>
            </a:pathLst>
          </a:custGeom>
          <a:solidFill>
            <a:srgbClr val="2F2E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2" name="Wing Left BLK">
            <a:extLst>
              <a:ext uri="{FF2B5EF4-FFF2-40B4-BE49-F238E27FC236}">
                <a16:creationId xmlns:a16="http://schemas.microsoft.com/office/drawing/2014/main" id="{C731AD29-0F8C-E56C-449B-BE7E7E1597BA}"/>
              </a:ext>
            </a:extLst>
          </p:cNvPr>
          <p:cNvSpPr/>
          <p:nvPr/>
        </p:nvSpPr>
        <p:spPr>
          <a:xfrm>
            <a:off x="11185522" y="4705560"/>
            <a:ext cx="595312" cy="663607"/>
          </a:xfrm>
          <a:custGeom>
            <a:avLst/>
            <a:gdLst>
              <a:gd name="csX0" fmla="*/ 182235 w 595312"/>
              <a:gd name="csY0" fmla="*/ 0 h 663607"/>
              <a:gd name="csX1" fmla="*/ 0 w 595312"/>
              <a:gd name="csY1" fmla="*/ 191238 h 663607"/>
              <a:gd name="csX2" fmla="*/ 593802 w 595312"/>
              <a:gd name="csY2" fmla="*/ 646180 h 663607"/>
              <a:gd name="csX3" fmla="*/ 182235 w 595312"/>
              <a:gd name="csY3" fmla="*/ 0 h 6636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5312" h="663607">
                <a:moveTo>
                  <a:pt x="182235" y="0"/>
                </a:moveTo>
                <a:cubicBezTo>
                  <a:pt x="56768" y="13639"/>
                  <a:pt x="37015" y="45643"/>
                  <a:pt x="0" y="191238"/>
                </a:cubicBezTo>
                <a:cubicBezTo>
                  <a:pt x="4382" y="397661"/>
                  <a:pt x="595586" y="745400"/>
                  <a:pt x="593802" y="646180"/>
                </a:cubicBezTo>
                <a:cubicBezTo>
                  <a:pt x="617087" y="427120"/>
                  <a:pt x="366317" y="32168"/>
                  <a:pt x="182235" y="0"/>
                </a:cubicBezTo>
                <a:close/>
              </a:path>
            </a:pathLst>
          </a:custGeom>
          <a:solidFill>
            <a:srgbClr val="0101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6" name="Beak ORANGE 2">
            <a:extLst>
              <a:ext uri="{FF2B5EF4-FFF2-40B4-BE49-F238E27FC236}">
                <a16:creationId xmlns:a16="http://schemas.microsoft.com/office/drawing/2014/main" id="{8653CCE1-1CA9-16E2-8C56-F09A63ADBDED}"/>
              </a:ext>
            </a:extLst>
          </p:cNvPr>
          <p:cNvSpPr/>
          <p:nvPr/>
        </p:nvSpPr>
        <p:spPr>
          <a:xfrm>
            <a:off x="10210256" y="4522305"/>
            <a:ext cx="811835" cy="119399"/>
          </a:xfrm>
          <a:custGeom>
            <a:avLst/>
            <a:gdLst>
              <a:gd name="csX0" fmla="*/ 637206 w 811835"/>
              <a:gd name="csY0" fmla="*/ 177 h 119399"/>
              <a:gd name="csX1" fmla="*/ 696618 w 811835"/>
              <a:gd name="csY1" fmla="*/ 484 h 119399"/>
              <a:gd name="csX2" fmla="*/ 811836 w 811835"/>
              <a:gd name="csY2" fmla="*/ 1241 h 119399"/>
              <a:gd name="csX3" fmla="*/ 811836 w 811835"/>
              <a:gd name="csY3" fmla="*/ 7447 h 119399"/>
              <a:gd name="csX4" fmla="*/ 804024 w 811835"/>
              <a:gd name="csY4" fmla="*/ 8151 h 119399"/>
              <a:gd name="csX5" fmla="*/ 697897 w 811835"/>
              <a:gd name="csY5" fmla="*/ 73722 h 119399"/>
              <a:gd name="csX6" fmla="*/ 684827 w 811835"/>
              <a:gd name="csY6" fmla="*/ 90685 h 119399"/>
              <a:gd name="csX7" fmla="*/ 664514 w 811835"/>
              <a:gd name="csY7" fmla="*/ 112937 h 119399"/>
              <a:gd name="csX8" fmla="*/ 689590 w 811835"/>
              <a:gd name="csY8" fmla="*/ 116039 h 119399"/>
              <a:gd name="csX9" fmla="*/ 689590 w 811835"/>
              <a:gd name="csY9" fmla="*/ 119142 h 119399"/>
              <a:gd name="csX10" fmla="*/ 515124 w 811835"/>
              <a:gd name="csY10" fmla="*/ 114718 h 119399"/>
              <a:gd name="csX11" fmla="*/ 425783 w 811835"/>
              <a:gd name="csY11" fmla="*/ 109263 h 119399"/>
              <a:gd name="csX12" fmla="*/ 411833 w 811835"/>
              <a:gd name="csY12" fmla="*/ 108528 h 119399"/>
              <a:gd name="csX13" fmla="*/ 393223 w 811835"/>
              <a:gd name="csY13" fmla="*/ 107554 h 119399"/>
              <a:gd name="csX14" fmla="*/ 369508 w 811835"/>
              <a:gd name="csY14" fmla="*/ 105971 h 119399"/>
              <a:gd name="csX15" fmla="*/ 289511 w 811835"/>
              <a:gd name="csY15" fmla="*/ 102999 h 119399"/>
              <a:gd name="csX16" fmla="*/ 283143 w 811835"/>
              <a:gd name="csY16" fmla="*/ 102971 h 119399"/>
              <a:gd name="csX17" fmla="*/ 249681 w 811835"/>
              <a:gd name="csY17" fmla="*/ 102884 h 119399"/>
              <a:gd name="csX18" fmla="*/ 222673 w 811835"/>
              <a:gd name="csY18" fmla="*/ 102757 h 119399"/>
              <a:gd name="csX19" fmla="*/ 34199 w 811835"/>
              <a:gd name="csY19" fmla="*/ 114770 h 119399"/>
              <a:gd name="csX20" fmla="*/ 0 w 811835"/>
              <a:gd name="csY20" fmla="*/ 116039 h 119399"/>
              <a:gd name="csX21" fmla="*/ 69914 w 811835"/>
              <a:gd name="csY21" fmla="*/ 79875 h 119399"/>
              <a:gd name="csX22" fmla="*/ 95186 w 811835"/>
              <a:gd name="csY22" fmla="*/ 69583 h 119399"/>
              <a:gd name="csX23" fmla="*/ 138700 w 811835"/>
              <a:gd name="csY23" fmla="*/ 54182 h 119399"/>
              <a:gd name="csX24" fmla="*/ 146895 w 811835"/>
              <a:gd name="csY24" fmla="*/ 51793 h 119399"/>
              <a:gd name="csX25" fmla="*/ 637206 w 811835"/>
              <a:gd name="csY25" fmla="*/ 177 h 119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11835" h="119399">
                <a:moveTo>
                  <a:pt x="637206" y="177"/>
                </a:moveTo>
                <a:cubicBezTo>
                  <a:pt x="657011" y="338"/>
                  <a:pt x="676813" y="407"/>
                  <a:pt x="696618" y="484"/>
                </a:cubicBezTo>
                <a:cubicBezTo>
                  <a:pt x="735024" y="646"/>
                  <a:pt x="773430" y="909"/>
                  <a:pt x="811836" y="1241"/>
                </a:cubicBezTo>
                <a:cubicBezTo>
                  <a:pt x="811836" y="3289"/>
                  <a:pt x="811836" y="5337"/>
                  <a:pt x="811836" y="7447"/>
                </a:cubicBezTo>
                <a:cubicBezTo>
                  <a:pt x="809259" y="7679"/>
                  <a:pt x="806680" y="7912"/>
                  <a:pt x="804024" y="8151"/>
                </a:cubicBezTo>
                <a:cubicBezTo>
                  <a:pt x="757568" y="13565"/>
                  <a:pt x="726369" y="38045"/>
                  <a:pt x="697897" y="73722"/>
                </a:cubicBezTo>
                <a:cubicBezTo>
                  <a:pt x="693500" y="79348"/>
                  <a:pt x="689160" y="85013"/>
                  <a:pt x="684827" y="90685"/>
                </a:cubicBezTo>
                <a:cubicBezTo>
                  <a:pt x="678612" y="98752"/>
                  <a:pt x="671990" y="105968"/>
                  <a:pt x="664514" y="112937"/>
                </a:cubicBezTo>
                <a:cubicBezTo>
                  <a:pt x="672788" y="113961"/>
                  <a:pt x="681065" y="114985"/>
                  <a:pt x="689590" y="116039"/>
                </a:cubicBezTo>
                <a:cubicBezTo>
                  <a:pt x="689590" y="117063"/>
                  <a:pt x="689590" y="118087"/>
                  <a:pt x="689590" y="119142"/>
                </a:cubicBezTo>
                <a:cubicBezTo>
                  <a:pt x="631188" y="119806"/>
                  <a:pt x="573374" y="119462"/>
                  <a:pt x="515124" y="114718"/>
                </a:cubicBezTo>
                <a:cubicBezTo>
                  <a:pt x="485376" y="112307"/>
                  <a:pt x="455582" y="110827"/>
                  <a:pt x="425783" y="109263"/>
                </a:cubicBezTo>
                <a:cubicBezTo>
                  <a:pt x="421132" y="109018"/>
                  <a:pt x="416484" y="108773"/>
                  <a:pt x="411833" y="108528"/>
                </a:cubicBezTo>
                <a:cubicBezTo>
                  <a:pt x="405631" y="108199"/>
                  <a:pt x="399425" y="107876"/>
                  <a:pt x="393223" y="107554"/>
                </a:cubicBezTo>
                <a:cubicBezTo>
                  <a:pt x="385306" y="107122"/>
                  <a:pt x="377413" y="106586"/>
                  <a:pt x="369508" y="105971"/>
                </a:cubicBezTo>
                <a:cubicBezTo>
                  <a:pt x="342805" y="103911"/>
                  <a:pt x="316290" y="103089"/>
                  <a:pt x="289511" y="102999"/>
                </a:cubicBezTo>
                <a:cubicBezTo>
                  <a:pt x="286357" y="102987"/>
                  <a:pt x="286357" y="102987"/>
                  <a:pt x="283143" y="102971"/>
                </a:cubicBezTo>
                <a:cubicBezTo>
                  <a:pt x="271990" y="102925"/>
                  <a:pt x="260834" y="102897"/>
                  <a:pt x="249681" y="102884"/>
                </a:cubicBezTo>
                <a:cubicBezTo>
                  <a:pt x="240675" y="102869"/>
                  <a:pt x="231673" y="102828"/>
                  <a:pt x="222673" y="102757"/>
                </a:cubicBezTo>
                <a:cubicBezTo>
                  <a:pt x="159061" y="102264"/>
                  <a:pt x="97279" y="105695"/>
                  <a:pt x="34199" y="114770"/>
                </a:cubicBezTo>
                <a:cubicBezTo>
                  <a:pt x="22617" y="116381"/>
                  <a:pt x="11679" y="116241"/>
                  <a:pt x="0" y="116039"/>
                </a:cubicBezTo>
                <a:cubicBezTo>
                  <a:pt x="21683" y="97830"/>
                  <a:pt x="43175" y="88798"/>
                  <a:pt x="69914" y="79875"/>
                </a:cubicBezTo>
                <a:cubicBezTo>
                  <a:pt x="78623" y="76738"/>
                  <a:pt x="86791" y="73400"/>
                  <a:pt x="95186" y="69583"/>
                </a:cubicBezTo>
                <a:cubicBezTo>
                  <a:pt x="109390" y="63235"/>
                  <a:pt x="123755" y="58504"/>
                  <a:pt x="138700" y="54182"/>
                </a:cubicBezTo>
                <a:cubicBezTo>
                  <a:pt x="141407" y="53394"/>
                  <a:pt x="144110" y="52606"/>
                  <a:pt x="146895" y="51793"/>
                </a:cubicBezTo>
                <a:cubicBezTo>
                  <a:pt x="306561" y="6069"/>
                  <a:pt x="471976" y="-1334"/>
                  <a:pt x="637206" y="177"/>
                </a:cubicBezTo>
                <a:close/>
              </a:path>
            </a:pathLst>
          </a:custGeom>
          <a:solidFill>
            <a:srgbClr val="E8592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8" name="Beak RED 2">
            <a:extLst>
              <a:ext uri="{FF2B5EF4-FFF2-40B4-BE49-F238E27FC236}">
                <a16:creationId xmlns:a16="http://schemas.microsoft.com/office/drawing/2014/main" id="{0B0D3D11-A78F-4A5B-8A52-C721DA4D7949}"/>
              </a:ext>
            </a:extLst>
          </p:cNvPr>
          <p:cNvSpPr/>
          <p:nvPr/>
        </p:nvSpPr>
        <p:spPr>
          <a:xfrm>
            <a:off x="10215530" y="4525211"/>
            <a:ext cx="486878" cy="111980"/>
          </a:xfrm>
          <a:custGeom>
            <a:avLst/>
            <a:gdLst>
              <a:gd name="csX0" fmla="*/ 462686 w 486878"/>
              <a:gd name="csY0" fmla="*/ 166 h 111980"/>
              <a:gd name="csX1" fmla="*/ 462686 w 486878"/>
              <a:gd name="csY1" fmla="*/ 3268 h 111980"/>
              <a:gd name="csX2" fmla="*/ 423751 w 486878"/>
              <a:gd name="csY2" fmla="*/ 7922 h 111980"/>
              <a:gd name="csX3" fmla="*/ 412719 w 486878"/>
              <a:gd name="csY3" fmla="*/ 9266 h 111980"/>
              <a:gd name="csX4" fmla="*/ 350795 w 486878"/>
              <a:gd name="csY4" fmla="*/ 12576 h 111980"/>
              <a:gd name="csX5" fmla="*/ 461637 w 486878"/>
              <a:gd name="csY5" fmla="*/ 95836 h 111980"/>
              <a:gd name="csX6" fmla="*/ 486879 w 486878"/>
              <a:gd name="csY6" fmla="*/ 102553 h 111980"/>
              <a:gd name="csX7" fmla="*/ 486879 w 486878"/>
              <a:gd name="csY7" fmla="*/ 105656 h 111980"/>
              <a:gd name="csX8" fmla="*/ 452858 w 486878"/>
              <a:gd name="csY8" fmla="*/ 106044 h 111980"/>
              <a:gd name="csX9" fmla="*/ 443643 w 486878"/>
              <a:gd name="csY9" fmla="*/ 106199 h 111980"/>
              <a:gd name="csX10" fmla="*/ 379911 w 486878"/>
              <a:gd name="csY10" fmla="*/ 103453 h 111980"/>
              <a:gd name="csX11" fmla="*/ 237694 w 486878"/>
              <a:gd name="csY11" fmla="*/ 98470 h 111980"/>
              <a:gd name="csX12" fmla="*/ 212503 w 486878"/>
              <a:gd name="csY12" fmla="*/ 98405 h 111980"/>
              <a:gd name="csX13" fmla="*/ 32987 w 486878"/>
              <a:gd name="csY13" fmla="*/ 110589 h 111980"/>
              <a:gd name="csX14" fmla="*/ 0 w 486878"/>
              <a:gd name="csY14" fmla="*/ 111861 h 111980"/>
              <a:gd name="csX15" fmla="*/ 67452 w 486878"/>
              <a:gd name="csY15" fmla="*/ 75694 h 111980"/>
              <a:gd name="csX16" fmla="*/ 91836 w 486878"/>
              <a:gd name="csY16" fmla="*/ 65405 h 111980"/>
              <a:gd name="csX17" fmla="*/ 133816 w 486878"/>
              <a:gd name="csY17" fmla="*/ 50001 h 111980"/>
              <a:gd name="csX18" fmla="*/ 141724 w 486878"/>
              <a:gd name="csY18" fmla="*/ 47615 h 111980"/>
              <a:gd name="csX19" fmla="*/ 361570 w 486878"/>
              <a:gd name="csY19" fmla="*/ 5595 h 111980"/>
              <a:gd name="csX20" fmla="*/ 368446 w 486878"/>
              <a:gd name="csY20" fmla="*/ 4758 h 111980"/>
              <a:gd name="csX21" fmla="*/ 462686 w 486878"/>
              <a:gd name="csY21" fmla="*/ 166 h 1119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6878" h="111980">
                <a:moveTo>
                  <a:pt x="462686" y="166"/>
                </a:moveTo>
                <a:cubicBezTo>
                  <a:pt x="462686" y="1190"/>
                  <a:pt x="462686" y="2214"/>
                  <a:pt x="462686" y="3268"/>
                </a:cubicBezTo>
                <a:cubicBezTo>
                  <a:pt x="449713" y="4848"/>
                  <a:pt x="436733" y="6387"/>
                  <a:pt x="423751" y="7922"/>
                </a:cubicBezTo>
                <a:cubicBezTo>
                  <a:pt x="420110" y="8366"/>
                  <a:pt x="416469" y="8810"/>
                  <a:pt x="412719" y="9266"/>
                </a:cubicBezTo>
                <a:cubicBezTo>
                  <a:pt x="391968" y="11695"/>
                  <a:pt x="371682" y="13244"/>
                  <a:pt x="350795" y="12576"/>
                </a:cubicBezTo>
                <a:cubicBezTo>
                  <a:pt x="371903" y="57766"/>
                  <a:pt x="418416" y="78399"/>
                  <a:pt x="461637" y="95836"/>
                </a:cubicBezTo>
                <a:cubicBezTo>
                  <a:pt x="470113" y="98861"/>
                  <a:pt x="478045" y="101073"/>
                  <a:pt x="486879" y="102553"/>
                </a:cubicBezTo>
                <a:cubicBezTo>
                  <a:pt x="486879" y="103577"/>
                  <a:pt x="486879" y="104601"/>
                  <a:pt x="486879" y="105656"/>
                </a:cubicBezTo>
                <a:cubicBezTo>
                  <a:pt x="475538" y="105845"/>
                  <a:pt x="464201" y="105948"/>
                  <a:pt x="452858" y="106044"/>
                </a:cubicBezTo>
                <a:cubicBezTo>
                  <a:pt x="449819" y="106093"/>
                  <a:pt x="446776" y="106146"/>
                  <a:pt x="443643" y="106199"/>
                </a:cubicBezTo>
                <a:cubicBezTo>
                  <a:pt x="422257" y="106329"/>
                  <a:pt x="401221" y="105191"/>
                  <a:pt x="379911" y="103453"/>
                </a:cubicBezTo>
                <a:cubicBezTo>
                  <a:pt x="332460" y="99587"/>
                  <a:pt x="285260" y="98380"/>
                  <a:pt x="237694" y="98470"/>
                </a:cubicBezTo>
                <a:cubicBezTo>
                  <a:pt x="229296" y="98486"/>
                  <a:pt x="220901" y="98461"/>
                  <a:pt x="212503" y="98405"/>
                </a:cubicBezTo>
                <a:cubicBezTo>
                  <a:pt x="152033" y="98005"/>
                  <a:pt x="92888" y="101657"/>
                  <a:pt x="32987" y="110589"/>
                </a:cubicBezTo>
                <a:cubicBezTo>
                  <a:pt x="21816" y="112203"/>
                  <a:pt x="11265" y="112063"/>
                  <a:pt x="0" y="111861"/>
                </a:cubicBezTo>
                <a:cubicBezTo>
                  <a:pt x="20921" y="93649"/>
                  <a:pt x="41657" y="84617"/>
                  <a:pt x="67452" y="75694"/>
                </a:cubicBezTo>
                <a:cubicBezTo>
                  <a:pt x="75856" y="72560"/>
                  <a:pt x="83734" y="69218"/>
                  <a:pt x="91836" y="65405"/>
                </a:cubicBezTo>
                <a:cubicBezTo>
                  <a:pt x="105541" y="59057"/>
                  <a:pt x="119397" y="54326"/>
                  <a:pt x="133816" y="50001"/>
                </a:cubicBezTo>
                <a:cubicBezTo>
                  <a:pt x="136426" y="49213"/>
                  <a:pt x="139036" y="48424"/>
                  <a:pt x="141724" y="47615"/>
                </a:cubicBezTo>
                <a:cubicBezTo>
                  <a:pt x="213958" y="26172"/>
                  <a:pt x="286983" y="14426"/>
                  <a:pt x="361570" y="5595"/>
                </a:cubicBezTo>
                <a:cubicBezTo>
                  <a:pt x="363838" y="5316"/>
                  <a:pt x="366106" y="5040"/>
                  <a:pt x="368446" y="4758"/>
                </a:cubicBezTo>
                <a:cubicBezTo>
                  <a:pt x="399994" y="954"/>
                  <a:pt x="430924" y="-529"/>
                  <a:pt x="462686" y="166"/>
                </a:cubicBezTo>
                <a:close/>
              </a:path>
            </a:pathLst>
          </a:custGeom>
          <a:solidFill>
            <a:srgbClr val="D63233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4" name="Beak YLW">
            <a:extLst>
              <a:ext uri="{FF2B5EF4-FFF2-40B4-BE49-F238E27FC236}">
                <a16:creationId xmlns:a16="http://schemas.microsoft.com/office/drawing/2014/main" id="{AA9072EB-C50B-DB3E-8AF7-72641ADD4383}"/>
              </a:ext>
            </a:extLst>
          </p:cNvPr>
          <p:cNvSpPr/>
          <p:nvPr/>
        </p:nvSpPr>
        <p:spPr>
          <a:xfrm>
            <a:off x="10189362" y="4289925"/>
            <a:ext cx="807432" cy="357812"/>
          </a:xfrm>
          <a:custGeom>
            <a:avLst/>
            <a:gdLst>
              <a:gd name="csX0" fmla="*/ 651365 w 807432"/>
              <a:gd name="csY0" fmla="*/ 302 h 357812"/>
              <a:gd name="csX1" fmla="*/ 661263 w 807432"/>
              <a:gd name="csY1" fmla="*/ 268 h 357812"/>
              <a:gd name="csX2" fmla="*/ 786693 w 807432"/>
              <a:gd name="csY2" fmla="*/ 7478 h 357812"/>
              <a:gd name="csX3" fmla="*/ 780645 w 807432"/>
              <a:gd name="csY3" fmla="*/ 10581 h 357812"/>
              <a:gd name="csX4" fmla="*/ 780146 w 807432"/>
              <a:gd name="csY4" fmla="*/ 58225 h 357812"/>
              <a:gd name="csX5" fmla="*/ 779962 w 807432"/>
              <a:gd name="csY5" fmla="*/ 74362 h 357812"/>
              <a:gd name="csX6" fmla="*/ 797655 w 807432"/>
              <a:gd name="csY6" fmla="*/ 205272 h 357812"/>
              <a:gd name="csX7" fmla="*/ 807862 w 807432"/>
              <a:gd name="csY7" fmla="*/ 240177 h 357812"/>
              <a:gd name="csX8" fmla="*/ 800326 w 807432"/>
              <a:gd name="csY8" fmla="*/ 240878 h 357812"/>
              <a:gd name="csX9" fmla="*/ 697936 w 807432"/>
              <a:gd name="csY9" fmla="*/ 306453 h 357812"/>
              <a:gd name="csX10" fmla="*/ 685326 w 807432"/>
              <a:gd name="csY10" fmla="*/ 323415 h 357812"/>
              <a:gd name="csX11" fmla="*/ 689922 w 807432"/>
              <a:gd name="csY11" fmla="*/ 351873 h 357812"/>
              <a:gd name="csX12" fmla="*/ 651988 w 807432"/>
              <a:gd name="csY12" fmla="*/ 233497 h 357812"/>
              <a:gd name="csX13" fmla="*/ 377391 w 807432"/>
              <a:gd name="csY13" fmla="*/ 246075 h 357812"/>
              <a:gd name="csX14" fmla="*/ 237092 w 807432"/>
              <a:gd name="csY14" fmla="*/ 270298 h 357812"/>
              <a:gd name="csX15" fmla="*/ 33428 w 807432"/>
              <a:gd name="csY15" fmla="*/ 342165 h 357812"/>
              <a:gd name="csX16" fmla="*/ 24640 w 807432"/>
              <a:gd name="csY16" fmla="*/ 352099 h 357812"/>
              <a:gd name="csX17" fmla="*/ 429 w 807432"/>
              <a:gd name="csY17" fmla="*/ 358078 h 357812"/>
              <a:gd name="csX18" fmla="*/ 69983 w 807432"/>
              <a:gd name="csY18" fmla="*/ 199843 h 357812"/>
              <a:gd name="csX19" fmla="*/ 76491 w 807432"/>
              <a:gd name="csY19" fmla="*/ 191587 h 357812"/>
              <a:gd name="csX20" fmla="*/ 254453 w 807432"/>
              <a:gd name="csY20" fmla="*/ 69531 h 357812"/>
              <a:gd name="csX21" fmla="*/ 260208 w 807432"/>
              <a:gd name="csY21" fmla="*/ 66944 h 357812"/>
              <a:gd name="csX22" fmla="*/ 651365 w 807432"/>
              <a:gd name="csY22" fmla="*/ 302 h 357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07432" h="357812">
                <a:moveTo>
                  <a:pt x="651365" y="302"/>
                </a:moveTo>
                <a:cubicBezTo>
                  <a:pt x="654631" y="290"/>
                  <a:pt x="657897" y="280"/>
                  <a:pt x="661263" y="268"/>
                </a:cubicBezTo>
                <a:cubicBezTo>
                  <a:pt x="703449" y="190"/>
                  <a:pt x="744809" y="2247"/>
                  <a:pt x="786693" y="7478"/>
                </a:cubicBezTo>
                <a:cubicBezTo>
                  <a:pt x="784697" y="8502"/>
                  <a:pt x="782701" y="9526"/>
                  <a:pt x="780645" y="10581"/>
                </a:cubicBezTo>
                <a:cubicBezTo>
                  <a:pt x="780418" y="26460"/>
                  <a:pt x="780255" y="42343"/>
                  <a:pt x="780146" y="58225"/>
                </a:cubicBezTo>
                <a:cubicBezTo>
                  <a:pt x="780101" y="63605"/>
                  <a:pt x="780040" y="68982"/>
                  <a:pt x="779962" y="74362"/>
                </a:cubicBezTo>
                <a:cubicBezTo>
                  <a:pt x="779305" y="119813"/>
                  <a:pt x="783212" y="161916"/>
                  <a:pt x="797655" y="205272"/>
                </a:cubicBezTo>
                <a:cubicBezTo>
                  <a:pt x="805636" y="230125"/>
                  <a:pt x="805636" y="230125"/>
                  <a:pt x="807862" y="240177"/>
                </a:cubicBezTo>
                <a:cubicBezTo>
                  <a:pt x="804130" y="240525"/>
                  <a:pt x="804130" y="240525"/>
                  <a:pt x="800326" y="240878"/>
                </a:cubicBezTo>
                <a:cubicBezTo>
                  <a:pt x="755506" y="246296"/>
                  <a:pt x="725407" y="270776"/>
                  <a:pt x="697936" y="306453"/>
                </a:cubicBezTo>
                <a:cubicBezTo>
                  <a:pt x="693693" y="312075"/>
                  <a:pt x="689508" y="317740"/>
                  <a:pt x="685326" y="323415"/>
                </a:cubicBezTo>
                <a:cubicBezTo>
                  <a:pt x="679332" y="331479"/>
                  <a:pt x="689922" y="350818"/>
                  <a:pt x="689922" y="351873"/>
                </a:cubicBezTo>
                <a:cubicBezTo>
                  <a:pt x="633577" y="352534"/>
                  <a:pt x="682114" y="230274"/>
                  <a:pt x="651988" y="233497"/>
                </a:cubicBezTo>
                <a:cubicBezTo>
                  <a:pt x="635597" y="235250"/>
                  <a:pt x="392721" y="242647"/>
                  <a:pt x="377391" y="246075"/>
                </a:cubicBezTo>
                <a:cubicBezTo>
                  <a:pt x="367959" y="248185"/>
                  <a:pt x="247579" y="267025"/>
                  <a:pt x="237092" y="270298"/>
                </a:cubicBezTo>
                <a:cubicBezTo>
                  <a:pt x="185631" y="286354"/>
                  <a:pt x="91373" y="297586"/>
                  <a:pt x="33428" y="342165"/>
                </a:cubicBezTo>
                <a:cubicBezTo>
                  <a:pt x="27096" y="347039"/>
                  <a:pt x="27870" y="351640"/>
                  <a:pt x="24640" y="352099"/>
                </a:cubicBezTo>
                <a:cubicBezTo>
                  <a:pt x="-5791" y="355785"/>
                  <a:pt x="30056" y="350703"/>
                  <a:pt x="429" y="358078"/>
                </a:cubicBezTo>
                <a:cubicBezTo>
                  <a:pt x="6508" y="296000"/>
                  <a:pt x="31877" y="247524"/>
                  <a:pt x="69983" y="199843"/>
                </a:cubicBezTo>
                <a:cubicBezTo>
                  <a:pt x="73204" y="195757"/>
                  <a:pt x="73204" y="195757"/>
                  <a:pt x="76491" y="191587"/>
                </a:cubicBezTo>
                <a:cubicBezTo>
                  <a:pt x="122720" y="135857"/>
                  <a:pt x="189804" y="98039"/>
                  <a:pt x="254453" y="69531"/>
                </a:cubicBezTo>
                <a:cubicBezTo>
                  <a:pt x="256352" y="68675"/>
                  <a:pt x="258251" y="67822"/>
                  <a:pt x="260208" y="66944"/>
                </a:cubicBezTo>
                <a:cubicBezTo>
                  <a:pt x="382070" y="13085"/>
                  <a:pt x="520301" y="522"/>
                  <a:pt x="651365" y="302"/>
                </a:cubicBezTo>
                <a:close/>
              </a:path>
            </a:pathLst>
          </a:custGeom>
          <a:solidFill>
            <a:srgbClr val="F4B53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5" name="Beak ORANGE 1">
            <a:extLst>
              <a:ext uri="{FF2B5EF4-FFF2-40B4-BE49-F238E27FC236}">
                <a16:creationId xmlns:a16="http://schemas.microsoft.com/office/drawing/2014/main" id="{CAB611E9-96B9-623B-CFD7-F3C40D610EBC}"/>
              </a:ext>
            </a:extLst>
          </p:cNvPr>
          <p:cNvSpPr/>
          <p:nvPr/>
        </p:nvSpPr>
        <p:spPr>
          <a:xfrm>
            <a:off x="10189362" y="4409935"/>
            <a:ext cx="704870" cy="237800"/>
          </a:xfrm>
          <a:custGeom>
            <a:avLst/>
            <a:gdLst>
              <a:gd name="csX0" fmla="*/ 636240 w 704870"/>
              <a:gd name="csY0" fmla="*/ 558 h 237800"/>
              <a:gd name="csX1" fmla="*/ 644969 w 704870"/>
              <a:gd name="csY1" fmla="*/ 304 h 237800"/>
              <a:gd name="csX2" fmla="*/ 698800 w 704870"/>
              <a:gd name="csY2" fmla="*/ 23246 h 237800"/>
              <a:gd name="csX3" fmla="*/ 705038 w 704870"/>
              <a:gd name="csY3" fmla="*/ 58151 h 237800"/>
              <a:gd name="csX4" fmla="*/ 674797 w 704870"/>
              <a:gd name="csY4" fmla="*/ 95383 h 237800"/>
              <a:gd name="csX5" fmla="*/ 656274 w 704870"/>
              <a:gd name="csY5" fmla="*/ 101976 h 237800"/>
              <a:gd name="csX6" fmla="*/ 646800 w 704870"/>
              <a:gd name="csY6" fmla="*/ 104909 h 237800"/>
              <a:gd name="csX7" fmla="*/ 553726 w 704870"/>
              <a:gd name="csY7" fmla="*/ 114903 h 237800"/>
              <a:gd name="csX8" fmla="*/ 190942 w 704870"/>
              <a:gd name="csY8" fmla="*/ 160539 h 237800"/>
              <a:gd name="csX9" fmla="*/ 181771 w 704870"/>
              <a:gd name="csY9" fmla="*/ 163294 h 237800"/>
              <a:gd name="csX10" fmla="*/ 150306 w 704870"/>
              <a:gd name="csY10" fmla="*/ 172949 h 237800"/>
              <a:gd name="csX11" fmla="*/ 140197 w 704870"/>
              <a:gd name="csY11" fmla="*/ 176074 h 237800"/>
              <a:gd name="csX12" fmla="*/ 90984 w 704870"/>
              <a:gd name="csY12" fmla="*/ 194972 h 237800"/>
              <a:gd name="csX13" fmla="*/ 66576 w 704870"/>
              <a:gd name="csY13" fmla="*/ 205333 h 237800"/>
              <a:gd name="csX14" fmla="*/ 27641 w 704870"/>
              <a:gd name="csY14" fmla="*/ 228797 h 237800"/>
              <a:gd name="csX15" fmla="*/ 27641 w 704870"/>
              <a:gd name="csY15" fmla="*/ 231900 h 237800"/>
              <a:gd name="csX16" fmla="*/ 424 w 704870"/>
              <a:gd name="csY16" fmla="*/ 238105 h 237800"/>
              <a:gd name="csX17" fmla="*/ 77728 w 704870"/>
              <a:gd name="csY17" fmla="*/ 72671 h 237800"/>
              <a:gd name="csX18" fmla="*/ 225152 w 704870"/>
              <a:gd name="csY18" fmla="*/ 14132 h 237800"/>
              <a:gd name="csX19" fmla="*/ 231761 w 704870"/>
              <a:gd name="csY19" fmla="*/ 14017 h 237800"/>
              <a:gd name="csX20" fmla="*/ 296785 w 704870"/>
              <a:gd name="csY20" fmla="*/ 33330 h 237800"/>
              <a:gd name="csX21" fmla="*/ 306047 w 704870"/>
              <a:gd name="csY21" fmla="*/ 65520 h 237800"/>
              <a:gd name="csX22" fmla="*/ 276373 w 704870"/>
              <a:gd name="csY22" fmla="*/ 112448 h 237800"/>
              <a:gd name="csX23" fmla="*/ 263520 w 704870"/>
              <a:gd name="csY23" fmla="*/ 117102 h 237800"/>
              <a:gd name="csX24" fmla="*/ 263520 w 704870"/>
              <a:gd name="csY24" fmla="*/ 123307 h 237800"/>
              <a:gd name="csX25" fmla="*/ 323144 w 704870"/>
              <a:gd name="csY25" fmla="*/ 97196 h 237800"/>
              <a:gd name="csX26" fmla="*/ 636240 w 704870"/>
              <a:gd name="csY26" fmla="*/ 558 h 23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04870" h="237800">
                <a:moveTo>
                  <a:pt x="636240" y="558"/>
                </a:moveTo>
                <a:cubicBezTo>
                  <a:pt x="639120" y="474"/>
                  <a:pt x="642001" y="391"/>
                  <a:pt x="644969" y="304"/>
                </a:cubicBezTo>
                <a:cubicBezTo>
                  <a:pt x="667830" y="435"/>
                  <a:pt x="682004" y="7681"/>
                  <a:pt x="698800" y="23246"/>
                </a:cubicBezTo>
                <a:cubicBezTo>
                  <a:pt x="704085" y="34728"/>
                  <a:pt x="706053" y="45463"/>
                  <a:pt x="705038" y="58151"/>
                </a:cubicBezTo>
                <a:cubicBezTo>
                  <a:pt x="698714" y="74486"/>
                  <a:pt x="688719" y="85330"/>
                  <a:pt x="674797" y="95383"/>
                </a:cubicBezTo>
                <a:cubicBezTo>
                  <a:pt x="665890" y="99092"/>
                  <a:pt x="665890" y="99092"/>
                  <a:pt x="656274" y="101976"/>
                </a:cubicBezTo>
                <a:cubicBezTo>
                  <a:pt x="651585" y="103428"/>
                  <a:pt x="651585" y="103428"/>
                  <a:pt x="646800" y="104909"/>
                </a:cubicBezTo>
                <a:cubicBezTo>
                  <a:pt x="615351" y="112925"/>
                  <a:pt x="585972" y="114710"/>
                  <a:pt x="553726" y="114903"/>
                </a:cubicBezTo>
                <a:cubicBezTo>
                  <a:pt x="434207" y="115879"/>
                  <a:pt x="306105" y="125627"/>
                  <a:pt x="190942" y="160539"/>
                </a:cubicBezTo>
                <a:cubicBezTo>
                  <a:pt x="187916" y="161448"/>
                  <a:pt x="184889" y="162357"/>
                  <a:pt x="181771" y="163294"/>
                </a:cubicBezTo>
                <a:cubicBezTo>
                  <a:pt x="171270" y="166472"/>
                  <a:pt x="160785" y="169699"/>
                  <a:pt x="150306" y="172949"/>
                </a:cubicBezTo>
                <a:cubicBezTo>
                  <a:pt x="146970" y="173980"/>
                  <a:pt x="143634" y="175012"/>
                  <a:pt x="140197" y="176074"/>
                </a:cubicBezTo>
                <a:cubicBezTo>
                  <a:pt x="123275" y="181435"/>
                  <a:pt x="107046" y="187309"/>
                  <a:pt x="90984" y="194972"/>
                </a:cubicBezTo>
                <a:cubicBezTo>
                  <a:pt x="82981" y="198777"/>
                  <a:pt x="74781" y="202019"/>
                  <a:pt x="66576" y="205333"/>
                </a:cubicBezTo>
                <a:cubicBezTo>
                  <a:pt x="51858" y="211571"/>
                  <a:pt x="39958" y="218458"/>
                  <a:pt x="27641" y="228797"/>
                </a:cubicBezTo>
                <a:cubicBezTo>
                  <a:pt x="27641" y="229821"/>
                  <a:pt x="27641" y="230845"/>
                  <a:pt x="27641" y="231900"/>
                </a:cubicBezTo>
                <a:cubicBezTo>
                  <a:pt x="14169" y="234971"/>
                  <a:pt x="14169" y="234971"/>
                  <a:pt x="424" y="238105"/>
                </a:cubicBezTo>
                <a:cubicBezTo>
                  <a:pt x="6487" y="176183"/>
                  <a:pt x="32065" y="115091"/>
                  <a:pt x="77728" y="72671"/>
                </a:cubicBezTo>
                <a:cubicBezTo>
                  <a:pt x="120284" y="39534"/>
                  <a:pt x="171112" y="14181"/>
                  <a:pt x="225152" y="14132"/>
                </a:cubicBezTo>
                <a:cubicBezTo>
                  <a:pt x="227333" y="14094"/>
                  <a:pt x="229514" y="14056"/>
                  <a:pt x="231761" y="14017"/>
                </a:cubicBezTo>
                <a:cubicBezTo>
                  <a:pt x="255869" y="13951"/>
                  <a:pt x="276905" y="18932"/>
                  <a:pt x="296785" y="33330"/>
                </a:cubicBezTo>
                <a:cubicBezTo>
                  <a:pt x="304554" y="44041"/>
                  <a:pt x="306595" y="52445"/>
                  <a:pt x="306047" y="65520"/>
                </a:cubicBezTo>
                <a:cubicBezTo>
                  <a:pt x="303005" y="85853"/>
                  <a:pt x="290770" y="99020"/>
                  <a:pt x="276373" y="112448"/>
                </a:cubicBezTo>
                <a:cubicBezTo>
                  <a:pt x="269568" y="117102"/>
                  <a:pt x="269568" y="117102"/>
                  <a:pt x="263520" y="117102"/>
                </a:cubicBezTo>
                <a:cubicBezTo>
                  <a:pt x="263520" y="119149"/>
                  <a:pt x="263520" y="121197"/>
                  <a:pt x="263520" y="123307"/>
                </a:cubicBezTo>
                <a:cubicBezTo>
                  <a:pt x="283737" y="115323"/>
                  <a:pt x="303460" y="106467"/>
                  <a:pt x="323144" y="97196"/>
                </a:cubicBezTo>
                <a:cubicBezTo>
                  <a:pt x="420778" y="51321"/>
                  <a:pt x="527304" y="2476"/>
                  <a:pt x="636240" y="558"/>
                </a:cubicBezTo>
                <a:close/>
              </a:path>
            </a:pathLst>
          </a:custGeom>
          <a:solidFill>
            <a:srgbClr val="EC7C2B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7" name="Beak BLK">
            <a:extLst>
              <a:ext uri="{FF2B5EF4-FFF2-40B4-BE49-F238E27FC236}">
                <a16:creationId xmlns:a16="http://schemas.microsoft.com/office/drawing/2014/main" id="{25B034F9-BB57-C38C-D8C8-CD7FE1931B64}"/>
              </a:ext>
            </a:extLst>
          </p:cNvPr>
          <p:cNvSpPr/>
          <p:nvPr/>
        </p:nvSpPr>
        <p:spPr>
          <a:xfrm>
            <a:off x="10189362" y="4423648"/>
            <a:ext cx="305705" cy="224088"/>
          </a:xfrm>
          <a:custGeom>
            <a:avLst/>
            <a:gdLst>
              <a:gd name="csX0" fmla="*/ 225016 w 305705"/>
              <a:gd name="csY0" fmla="*/ 425 h 224088"/>
              <a:gd name="csX1" fmla="*/ 231625 w 305705"/>
              <a:gd name="csY1" fmla="*/ 309 h 224088"/>
              <a:gd name="csX2" fmla="*/ 296649 w 305705"/>
              <a:gd name="csY2" fmla="*/ 19622 h 224088"/>
              <a:gd name="csX3" fmla="*/ 305911 w 305705"/>
              <a:gd name="csY3" fmla="*/ 51812 h 224088"/>
              <a:gd name="csX4" fmla="*/ 278363 w 305705"/>
              <a:gd name="csY4" fmla="*/ 96122 h 224088"/>
              <a:gd name="csX5" fmla="*/ 257336 w 305705"/>
              <a:gd name="csY5" fmla="*/ 109599 h 224088"/>
              <a:gd name="csX6" fmla="*/ 250567 w 305705"/>
              <a:gd name="csY6" fmla="*/ 113647 h 224088"/>
              <a:gd name="csX7" fmla="*/ 186586 w 305705"/>
              <a:gd name="csY7" fmla="*/ 138167 h 224088"/>
              <a:gd name="csX8" fmla="*/ 12184 w 305705"/>
              <a:gd name="csY8" fmla="*/ 220058 h 224088"/>
              <a:gd name="csX9" fmla="*/ 288 w 305705"/>
              <a:gd name="csY9" fmla="*/ 224397 h 224088"/>
              <a:gd name="csX10" fmla="*/ 77592 w 305705"/>
              <a:gd name="csY10" fmla="*/ 58963 h 224088"/>
              <a:gd name="csX11" fmla="*/ 225016 w 305705"/>
              <a:gd name="csY11" fmla="*/ 425 h 224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5705" h="224088">
                <a:moveTo>
                  <a:pt x="225016" y="425"/>
                </a:moveTo>
                <a:cubicBezTo>
                  <a:pt x="227197" y="387"/>
                  <a:pt x="229378" y="349"/>
                  <a:pt x="231625" y="309"/>
                </a:cubicBezTo>
                <a:cubicBezTo>
                  <a:pt x="255733" y="243"/>
                  <a:pt x="276769" y="5224"/>
                  <a:pt x="296649" y="19622"/>
                </a:cubicBezTo>
                <a:cubicBezTo>
                  <a:pt x="304418" y="30333"/>
                  <a:pt x="306459" y="38737"/>
                  <a:pt x="305911" y="51812"/>
                </a:cubicBezTo>
                <a:cubicBezTo>
                  <a:pt x="302914" y="71065"/>
                  <a:pt x="292914" y="84042"/>
                  <a:pt x="278363" y="96122"/>
                </a:cubicBezTo>
                <a:cubicBezTo>
                  <a:pt x="271522" y="101000"/>
                  <a:pt x="264570" y="105362"/>
                  <a:pt x="257336" y="109599"/>
                </a:cubicBezTo>
                <a:cubicBezTo>
                  <a:pt x="255102" y="110935"/>
                  <a:pt x="252869" y="112271"/>
                  <a:pt x="250567" y="113647"/>
                </a:cubicBezTo>
                <a:cubicBezTo>
                  <a:pt x="230243" y="124932"/>
                  <a:pt x="208596" y="131334"/>
                  <a:pt x="186586" y="138167"/>
                </a:cubicBezTo>
                <a:cubicBezTo>
                  <a:pt x="124000" y="157705"/>
                  <a:pt x="64112" y="178002"/>
                  <a:pt x="12184" y="220058"/>
                </a:cubicBezTo>
                <a:cubicBezTo>
                  <a:pt x="6336" y="224397"/>
                  <a:pt x="6336" y="224397"/>
                  <a:pt x="288" y="224397"/>
                </a:cubicBezTo>
                <a:cubicBezTo>
                  <a:pt x="6351" y="162475"/>
                  <a:pt x="31929" y="101384"/>
                  <a:pt x="77592" y="58963"/>
                </a:cubicBezTo>
                <a:cubicBezTo>
                  <a:pt x="120148" y="25827"/>
                  <a:pt x="170976" y="473"/>
                  <a:pt x="225016" y="425"/>
                </a:cubicBezTo>
                <a:close/>
              </a:path>
            </a:pathLst>
          </a:custGeom>
          <a:solidFill>
            <a:srgbClr val="030201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39" name="Beak RED 1">
            <a:extLst>
              <a:ext uri="{FF2B5EF4-FFF2-40B4-BE49-F238E27FC236}">
                <a16:creationId xmlns:a16="http://schemas.microsoft.com/office/drawing/2014/main" id="{3AD64605-42A1-2807-8C7D-6DEEC9EC7FA9}"/>
              </a:ext>
            </a:extLst>
          </p:cNvPr>
          <p:cNvSpPr/>
          <p:nvPr/>
        </p:nvSpPr>
        <p:spPr>
          <a:xfrm>
            <a:off x="10264964" y="4289922"/>
            <a:ext cx="638083" cy="196475"/>
          </a:xfrm>
          <a:custGeom>
            <a:avLst/>
            <a:gdLst>
              <a:gd name="csX0" fmla="*/ 566687 w 638083"/>
              <a:gd name="csY0" fmla="*/ 305 h 196475"/>
              <a:gd name="csX1" fmla="*/ 575459 w 638083"/>
              <a:gd name="csY1" fmla="*/ 270 h 196475"/>
              <a:gd name="csX2" fmla="*/ 600189 w 638083"/>
              <a:gd name="csY2" fmla="*/ 341 h 196475"/>
              <a:gd name="csX3" fmla="*/ 607688 w 638083"/>
              <a:gd name="csY3" fmla="*/ 334 h 196475"/>
              <a:gd name="csX4" fmla="*/ 638510 w 638083"/>
              <a:gd name="csY4" fmla="*/ 7480 h 196475"/>
              <a:gd name="csX5" fmla="*/ 628958 w 638083"/>
              <a:gd name="csY5" fmla="*/ 7951 h 196475"/>
              <a:gd name="csX6" fmla="*/ 593196 w 638083"/>
              <a:gd name="csY6" fmla="*/ 9790 h 196475"/>
              <a:gd name="csX7" fmla="*/ 577845 w 638083"/>
              <a:gd name="csY7" fmla="*/ 10566 h 196475"/>
              <a:gd name="csX8" fmla="*/ 481257 w 638083"/>
              <a:gd name="csY8" fmla="*/ 19890 h 196475"/>
              <a:gd name="csX9" fmla="*/ 471865 w 638083"/>
              <a:gd name="csY9" fmla="*/ 21352 h 196475"/>
              <a:gd name="csX10" fmla="*/ 445724 w 638083"/>
              <a:gd name="csY10" fmla="*/ 25708 h 196475"/>
              <a:gd name="csX11" fmla="*/ 436350 w 638083"/>
              <a:gd name="csY11" fmla="*/ 27320 h 196475"/>
              <a:gd name="csX12" fmla="*/ 357873 w 638083"/>
              <a:gd name="csY12" fmla="*/ 43187 h 196475"/>
              <a:gd name="csX13" fmla="*/ 344699 w 638083"/>
              <a:gd name="csY13" fmla="*/ 46163 h 196475"/>
              <a:gd name="csX14" fmla="*/ 249906 w 638083"/>
              <a:gd name="csY14" fmla="*/ 73205 h 196475"/>
              <a:gd name="csX15" fmla="*/ 226725 w 638083"/>
              <a:gd name="csY15" fmla="*/ 80780 h 196475"/>
              <a:gd name="csX16" fmla="*/ 73004 w 638083"/>
              <a:gd name="csY16" fmla="*/ 153304 h 196475"/>
              <a:gd name="csX17" fmla="*/ 61617 w 638083"/>
              <a:gd name="csY17" fmla="*/ 159473 h 196475"/>
              <a:gd name="csX18" fmla="*/ 54966 w 638083"/>
              <a:gd name="csY18" fmla="*/ 163018 h 196475"/>
              <a:gd name="csX19" fmla="*/ 41287 w 638083"/>
              <a:gd name="csY19" fmla="*/ 170242 h 196475"/>
              <a:gd name="csX20" fmla="*/ 426 w 638083"/>
              <a:gd name="csY20" fmla="*/ 196741 h 196475"/>
              <a:gd name="csX21" fmla="*/ 178848 w 638083"/>
              <a:gd name="csY21" fmla="*/ 69533 h 196475"/>
              <a:gd name="csX22" fmla="*/ 189668 w 638083"/>
              <a:gd name="csY22" fmla="*/ 64721 h 196475"/>
              <a:gd name="csX23" fmla="*/ 566687 w 638083"/>
              <a:gd name="csY23" fmla="*/ 305 h 19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38083" h="196475">
                <a:moveTo>
                  <a:pt x="566687" y="305"/>
                </a:moveTo>
                <a:cubicBezTo>
                  <a:pt x="569582" y="293"/>
                  <a:pt x="572476" y="282"/>
                  <a:pt x="575459" y="270"/>
                </a:cubicBezTo>
                <a:cubicBezTo>
                  <a:pt x="583703" y="253"/>
                  <a:pt x="591945" y="286"/>
                  <a:pt x="600189" y="341"/>
                </a:cubicBezTo>
                <a:cubicBezTo>
                  <a:pt x="603901" y="338"/>
                  <a:pt x="603901" y="338"/>
                  <a:pt x="607688" y="334"/>
                </a:cubicBezTo>
                <a:cubicBezTo>
                  <a:pt x="619346" y="482"/>
                  <a:pt x="628640" y="665"/>
                  <a:pt x="638510" y="7480"/>
                </a:cubicBezTo>
                <a:cubicBezTo>
                  <a:pt x="635358" y="7635"/>
                  <a:pt x="632206" y="7791"/>
                  <a:pt x="628958" y="7951"/>
                </a:cubicBezTo>
                <a:cubicBezTo>
                  <a:pt x="617037" y="8544"/>
                  <a:pt x="605116" y="9164"/>
                  <a:pt x="593196" y="9790"/>
                </a:cubicBezTo>
                <a:cubicBezTo>
                  <a:pt x="588080" y="10055"/>
                  <a:pt x="582963" y="10314"/>
                  <a:pt x="577845" y="10566"/>
                </a:cubicBezTo>
                <a:cubicBezTo>
                  <a:pt x="545339" y="12168"/>
                  <a:pt x="513450" y="14803"/>
                  <a:pt x="481257" y="19890"/>
                </a:cubicBezTo>
                <a:cubicBezTo>
                  <a:pt x="478158" y="20373"/>
                  <a:pt x="475058" y="20855"/>
                  <a:pt x="471865" y="21352"/>
                </a:cubicBezTo>
                <a:cubicBezTo>
                  <a:pt x="463141" y="22747"/>
                  <a:pt x="454431" y="24209"/>
                  <a:pt x="445724" y="25708"/>
                </a:cubicBezTo>
                <a:cubicBezTo>
                  <a:pt x="442630" y="26240"/>
                  <a:pt x="439537" y="26772"/>
                  <a:pt x="436350" y="27320"/>
                </a:cubicBezTo>
                <a:cubicBezTo>
                  <a:pt x="410039" y="31923"/>
                  <a:pt x="383920" y="37215"/>
                  <a:pt x="357873" y="43187"/>
                </a:cubicBezTo>
                <a:cubicBezTo>
                  <a:pt x="353485" y="44193"/>
                  <a:pt x="349093" y="45185"/>
                  <a:pt x="344699" y="46163"/>
                </a:cubicBezTo>
                <a:cubicBezTo>
                  <a:pt x="312475" y="53338"/>
                  <a:pt x="281215" y="62611"/>
                  <a:pt x="249906" y="73205"/>
                </a:cubicBezTo>
                <a:cubicBezTo>
                  <a:pt x="242197" y="75791"/>
                  <a:pt x="234465" y="78290"/>
                  <a:pt x="226725" y="80780"/>
                </a:cubicBezTo>
                <a:cubicBezTo>
                  <a:pt x="172435" y="98471"/>
                  <a:pt x="120544" y="120788"/>
                  <a:pt x="73004" y="153304"/>
                </a:cubicBezTo>
                <a:cubicBezTo>
                  <a:pt x="69234" y="155409"/>
                  <a:pt x="65435" y="157462"/>
                  <a:pt x="61617" y="159473"/>
                </a:cubicBezTo>
                <a:cubicBezTo>
                  <a:pt x="58325" y="161228"/>
                  <a:pt x="58325" y="161228"/>
                  <a:pt x="54966" y="163018"/>
                </a:cubicBezTo>
                <a:cubicBezTo>
                  <a:pt x="50411" y="165435"/>
                  <a:pt x="45851" y="167843"/>
                  <a:pt x="41287" y="170242"/>
                </a:cubicBezTo>
                <a:cubicBezTo>
                  <a:pt x="26722" y="178030"/>
                  <a:pt x="13587" y="186650"/>
                  <a:pt x="426" y="196741"/>
                </a:cubicBezTo>
                <a:cubicBezTo>
                  <a:pt x="24211" y="137363"/>
                  <a:pt x="125382" y="93294"/>
                  <a:pt x="178848" y="69533"/>
                </a:cubicBezTo>
                <a:cubicBezTo>
                  <a:pt x="182418" y="67945"/>
                  <a:pt x="185989" y="66357"/>
                  <a:pt x="189668" y="64721"/>
                </a:cubicBezTo>
                <a:cubicBezTo>
                  <a:pt x="308643" y="15710"/>
                  <a:pt x="439502" y="551"/>
                  <a:pt x="566687" y="305"/>
                </a:cubicBezTo>
                <a:close/>
              </a:path>
            </a:pathLst>
          </a:custGeom>
          <a:solidFill>
            <a:srgbClr val="DA3938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0" name="Eye ORANGE">
            <a:extLst>
              <a:ext uri="{FF2B5EF4-FFF2-40B4-BE49-F238E27FC236}">
                <a16:creationId xmlns:a16="http://schemas.microsoft.com/office/drawing/2014/main" id="{60CAD305-EC83-326E-36AB-B8A3A675E10B}"/>
              </a:ext>
            </a:extLst>
          </p:cNvPr>
          <p:cNvSpPr/>
          <p:nvPr/>
        </p:nvSpPr>
        <p:spPr>
          <a:xfrm>
            <a:off x="11005431" y="4333703"/>
            <a:ext cx="146684" cy="195467"/>
          </a:xfrm>
          <a:custGeom>
            <a:avLst/>
            <a:gdLst>
              <a:gd name="csX0" fmla="*/ 847 w 146684"/>
              <a:gd name="csY0" fmla="*/ 0 h 195467"/>
              <a:gd name="csX1" fmla="*/ 76450 w 146684"/>
              <a:gd name="csY1" fmla="*/ 24821 h 195467"/>
              <a:gd name="csX2" fmla="*/ 83844 w 146684"/>
              <a:gd name="csY2" fmla="*/ 27877 h 195467"/>
              <a:gd name="csX3" fmla="*/ 140143 w 146684"/>
              <a:gd name="csY3" fmla="*/ 74659 h 195467"/>
              <a:gd name="csX4" fmla="*/ 142789 w 146684"/>
              <a:gd name="csY4" fmla="*/ 130699 h 195467"/>
              <a:gd name="csX5" fmla="*/ 34112 w 146684"/>
              <a:gd name="csY5" fmla="*/ 192364 h 195467"/>
              <a:gd name="csX6" fmla="*/ 9920 w 146684"/>
              <a:gd name="csY6" fmla="*/ 195467 h 195467"/>
              <a:gd name="csX7" fmla="*/ 9469 w 146684"/>
              <a:gd name="csY7" fmla="*/ 186376 h 195467"/>
              <a:gd name="csX8" fmla="*/ 8786 w 146684"/>
              <a:gd name="csY8" fmla="*/ 174136 h 195467"/>
              <a:gd name="csX9" fmla="*/ 8148 w 146684"/>
              <a:gd name="csY9" fmla="*/ 162138 h 195467"/>
              <a:gd name="csX10" fmla="*/ 3775 w 146684"/>
              <a:gd name="csY10" fmla="*/ 135645 h 195467"/>
              <a:gd name="csX11" fmla="*/ 469 w 146684"/>
              <a:gd name="csY11" fmla="*/ 57011 h 195467"/>
              <a:gd name="csX12" fmla="*/ 551 w 146684"/>
              <a:gd name="csY12" fmla="*/ 40397 h 195467"/>
              <a:gd name="csX13" fmla="*/ 847 w 146684"/>
              <a:gd name="csY13" fmla="*/ 0 h 195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46684" h="195467">
                <a:moveTo>
                  <a:pt x="847" y="0"/>
                </a:moveTo>
                <a:cubicBezTo>
                  <a:pt x="27402" y="4155"/>
                  <a:pt x="51655" y="14477"/>
                  <a:pt x="76450" y="24821"/>
                </a:cubicBezTo>
                <a:cubicBezTo>
                  <a:pt x="80109" y="26335"/>
                  <a:pt x="80109" y="26335"/>
                  <a:pt x="83844" y="27877"/>
                </a:cubicBezTo>
                <a:cubicBezTo>
                  <a:pt x="108593" y="38473"/>
                  <a:pt x="129459" y="48116"/>
                  <a:pt x="140143" y="74659"/>
                </a:cubicBezTo>
                <a:cubicBezTo>
                  <a:pt x="146645" y="95037"/>
                  <a:pt x="149627" y="110070"/>
                  <a:pt x="142789" y="130699"/>
                </a:cubicBezTo>
                <a:cubicBezTo>
                  <a:pt x="119458" y="166222"/>
                  <a:pt x="73123" y="182666"/>
                  <a:pt x="34112" y="192364"/>
                </a:cubicBezTo>
                <a:cubicBezTo>
                  <a:pt x="25984" y="193848"/>
                  <a:pt x="18157" y="194803"/>
                  <a:pt x="9920" y="195467"/>
                </a:cubicBezTo>
                <a:cubicBezTo>
                  <a:pt x="9696" y="190968"/>
                  <a:pt x="9696" y="190968"/>
                  <a:pt x="9469" y="186376"/>
                </a:cubicBezTo>
                <a:cubicBezTo>
                  <a:pt x="9242" y="182337"/>
                  <a:pt x="9019" y="178297"/>
                  <a:pt x="8786" y="174136"/>
                </a:cubicBezTo>
                <a:cubicBezTo>
                  <a:pt x="8574" y="170177"/>
                  <a:pt x="8362" y="166218"/>
                  <a:pt x="8148" y="162138"/>
                </a:cubicBezTo>
                <a:cubicBezTo>
                  <a:pt x="7485" y="152964"/>
                  <a:pt x="5919" y="144565"/>
                  <a:pt x="3775" y="135645"/>
                </a:cubicBezTo>
                <a:cubicBezTo>
                  <a:pt x="-1511" y="109899"/>
                  <a:pt x="219" y="83179"/>
                  <a:pt x="469" y="57011"/>
                </a:cubicBezTo>
                <a:cubicBezTo>
                  <a:pt x="500" y="51473"/>
                  <a:pt x="527" y="45935"/>
                  <a:pt x="551" y="40397"/>
                </a:cubicBezTo>
                <a:cubicBezTo>
                  <a:pt x="618" y="26931"/>
                  <a:pt x="720" y="13466"/>
                  <a:pt x="847" y="0"/>
                </a:cubicBezTo>
                <a:close/>
              </a:path>
            </a:pathLst>
          </a:custGeom>
          <a:solidFill>
            <a:srgbClr val="E87F2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1" name="Eye BLUE">
            <a:extLst>
              <a:ext uri="{FF2B5EF4-FFF2-40B4-BE49-F238E27FC236}">
                <a16:creationId xmlns:a16="http://schemas.microsoft.com/office/drawing/2014/main" id="{05FCE4A4-22F0-0FC4-52B1-627DDF24C778}"/>
              </a:ext>
            </a:extLst>
          </p:cNvPr>
          <p:cNvSpPr/>
          <p:nvPr/>
        </p:nvSpPr>
        <p:spPr>
          <a:xfrm>
            <a:off x="11028738" y="4388528"/>
            <a:ext cx="93511" cy="95227"/>
          </a:xfrm>
          <a:custGeom>
            <a:avLst/>
            <a:gdLst>
              <a:gd name="csX0" fmla="*/ 69122 w 93511"/>
              <a:gd name="csY0" fmla="*/ 4217 h 95227"/>
              <a:gd name="csX1" fmla="*/ 93917 w 93511"/>
              <a:gd name="csY1" fmla="*/ 41619 h 95227"/>
              <a:gd name="csX2" fmla="*/ 80462 w 93511"/>
              <a:gd name="csY2" fmla="*/ 81784 h 95227"/>
              <a:gd name="csX3" fmla="*/ 36211 w 93511"/>
              <a:gd name="csY3" fmla="*/ 95394 h 95227"/>
              <a:gd name="csX4" fmla="*/ 10908 w 93511"/>
              <a:gd name="csY4" fmla="*/ 81784 h 95227"/>
              <a:gd name="csX5" fmla="*/ 1836 w 93511"/>
              <a:gd name="csY5" fmla="*/ 29039 h 95227"/>
              <a:gd name="csX6" fmla="*/ 22059 w 93511"/>
              <a:gd name="csY6" fmla="*/ 4605 h 95227"/>
              <a:gd name="csX7" fmla="*/ 69122 w 93511"/>
              <a:gd name="csY7" fmla="*/ 4217 h 95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3511" h="95227">
                <a:moveTo>
                  <a:pt x="69122" y="4217"/>
                </a:moveTo>
                <a:cubicBezTo>
                  <a:pt x="81954" y="13793"/>
                  <a:pt x="90482" y="25501"/>
                  <a:pt x="93917" y="41619"/>
                </a:cubicBezTo>
                <a:cubicBezTo>
                  <a:pt x="94795" y="57577"/>
                  <a:pt x="90375" y="69863"/>
                  <a:pt x="80462" y="81784"/>
                </a:cubicBezTo>
                <a:cubicBezTo>
                  <a:pt x="65973" y="93379"/>
                  <a:pt x="54535" y="96223"/>
                  <a:pt x="36211" y="95394"/>
                </a:cubicBezTo>
                <a:cubicBezTo>
                  <a:pt x="25353" y="93574"/>
                  <a:pt x="19004" y="89280"/>
                  <a:pt x="10908" y="81784"/>
                </a:cubicBezTo>
                <a:cubicBezTo>
                  <a:pt x="-893" y="64926"/>
                  <a:pt x="-526" y="49134"/>
                  <a:pt x="1836" y="29039"/>
                </a:cubicBezTo>
                <a:cubicBezTo>
                  <a:pt x="7186" y="17005"/>
                  <a:pt x="11588" y="12100"/>
                  <a:pt x="22059" y="4605"/>
                </a:cubicBezTo>
                <a:cubicBezTo>
                  <a:pt x="38504" y="-1125"/>
                  <a:pt x="52550" y="-1014"/>
                  <a:pt x="69122" y="4217"/>
                </a:cubicBezTo>
                <a:close/>
              </a:path>
            </a:pathLst>
          </a:custGeom>
          <a:solidFill>
            <a:srgbClr val="3B96D2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2" name="Eye BLK">
            <a:extLst>
              <a:ext uri="{FF2B5EF4-FFF2-40B4-BE49-F238E27FC236}">
                <a16:creationId xmlns:a16="http://schemas.microsoft.com/office/drawing/2014/main" id="{3548F816-71F9-C256-C505-7EA597F9F5AC}"/>
              </a:ext>
            </a:extLst>
          </p:cNvPr>
          <p:cNvSpPr/>
          <p:nvPr/>
        </p:nvSpPr>
        <p:spPr>
          <a:xfrm>
            <a:off x="11040613" y="4404219"/>
            <a:ext cx="65048" cy="66801"/>
          </a:xfrm>
          <a:custGeom>
            <a:avLst/>
            <a:gdLst>
              <a:gd name="csX0" fmla="*/ 44390 w 65048"/>
              <a:gd name="csY0" fmla="*/ 941 h 66801"/>
              <a:gd name="csX1" fmla="*/ 41366 w 65048"/>
              <a:gd name="csY1" fmla="*/ 25762 h 66801"/>
              <a:gd name="csX2" fmla="*/ 65559 w 65048"/>
              <a:gd name="csY2" fmla="*/ 25762 h 66801"/>
              <a:gd name="csX3" fmla="*/ 50438 w 65048"/>
              <a:gd name="csY3" fmla="*/ 62994 h 66801"/>
              <a:gd name="csX4" fmla="*/ 20197 w 65048"/>
              <a:gd name="csY4" fmla="*/ 66096 h 66801"/>
              <a:gd name="csX5" fmla="*/ 2053 w 65048"/>
              <a:gd name="csY5" fmla="*/ 47480 h 66801"/>
              <a:gd name="csX6" fmla="*/ 6034 w 65048"/>
              <a:gd name="csY6" fmla="*/ 13582 h 66801"/>
              <a:gd name="csX7" fmla="*/ 44390 w 65048"/>
              <a:gd name="csY7" fmla="*/ 941 h 668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5048" h="66801">
                <a:moveTo>
                  <a:pt x="44390" y="941"/>
                </a:moveTo>
                <a:cubicBezTo>
                  <a:pt x="44390" y="10598"/>
                  <a:pt x="43865" y="16788"/>
                  <a:pt x="41366" y="25762"/>
                </a:cubicBezTo>
                <a:cubicBezTo>
                  <a:pt x="49350" y="25762"/>
                  <a:pt x="57333" y="25762"/>
                  <a:pt x="65559" y="25762"/>
                </a:cubicBezTo>
                <a:cubicBezTo>
                  <a:pt x="64308" y="42125"/>
                  <a:pt x="61658" y="51133"/>
                  <a:pt x="50438" y="62994"/>
                </a:cubicBezTo>
                <a:cubicBezTo>
                  <a:pt x="40756" y="67961"/>
                  <a:pt x="30704" y="67645"/>
                  <a:pt x="20197" y="66096"/>
                </a:cubicBezTo>
                <a:cubicBezTo>
                  <a:pt x="11699" y="60531"/>
                  <a:pt x="6560" y="56730"/>
                  <a:pt x="2053" y="47480"/>
                </a:cubicBezTo>
                <a:cubicBezTo>
                  <a:pt x="-52" y="35214"/>
                  <a:pt x="-1026" y="24178"/>
                  <a:pt x="6034" y="13582"/>
                </a:cubicBezTo>
                <a:cubicBezTo>
                  <a:pt x="18253" y="1830"/>
                  <a:pt x="27339" y="-1201"/>
                  <a:pt x="44390" y="941"/>
                </a:cubicBezTo>
                <a:close/>
              </a:path>
            </a:pathLst>
          </a:custGeom>
          <a:solidFill>
            <a:srgbClr val="050707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  <p:sp>
        <p:nvSpPr>
          <p:cNvPr id="43" name="Eye WHITE">
            <a:extLst>
              <a:ext uri="{FF2B5EF4-FFF2-40B4-BE49-F238E27FC236}">
                <a16:creationId xmlns:a16="http://schemas.microsoft.com/office/drawing/2014/main" id="{A474059C-B543-7917-E317-58895121A2B5}"/>
              </a:ext>
            </a:extLst>
          </p:cNvPr>
          <p:cNvSpPr/>
          <p:nvPr/>
        </p:nvSpPr>
        <p:spPr>
          <a:xfrm>
            <a:off x="11078445" y="4411621"/>
            <a:ext cx="24192" cy="21159"/>
          </a:xfrm>
          <a:custGeom>
            <a:avLst/>
            <a:gdLst>
              <a:gd name="csX0" fmla="*/ 17713 w 24192"/>
              <a:gd name="csY0" fmla="*/ 716 h 21159"/>
              <a:gd name="csX1" fmla="*/ 24706 w 24192"/>
              <a:gd name="csY1" fmla="*/ 2849 h 21159"/>
              <a:gd name="csX2" fmla="*/ 21682 w 24192"/>
              <a:gd name="csY2" fmla="*/ 21465 h 21159"/>
              <a:gd name="csX3" fmla="*/ 3538 w 24192"/>
              <a:gd name="csY3" fmla="*/ 21465 h 21159"/>
              <a:gd name="csX4" fmla="*/ 514 w 24192"/>
              <a:gd name="csY4" fmla="*/ 9055 h 21159"/>
              <a:gd name="csX5" fmla="*/ 17713 w 24192"/>
              <a:gd name="csY5" fmla="*/ 716 h 21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192" h="21159">
                <a:moveTo>
                  <a:pt x="17713" y="716"/>
                </a:moveTo>
                <a:cubicBezTo>
                  <a:pt x="21175" y="1772"/>
                  <a:pt x="21175" y="1772"/>
                  <a:pt x="24706" y="2849"/>
                </a:cubicBezTo>
                <a:cubicBezTo>
                  <a:pt x="23708" y="8993"/>
                  <a:pt x="22711" y="15136"/>
                  <a:pt x="21682" y="21465"/>
                </a:cubicBezTo>
                <a:cubicBezTo>
                  <a:pt x="15695" y="21465"/>
                  <a:pt x="9707" y="21465"/>
                  <a:pt x="3538" y="21465"/>
                </a:cubicBezTo>
                <a:cubicBezTo>
                  <a:pt x="1459" y="15842"/>
                  <a:pt x="1459" y="15842"/>
                  <a:pt x="514" y="9055"/>
                </a:cubicBezTo>
                <a:cubicBezTo>
                  <a:pt x="5698" y="485"/>
                  <a:pt x="7849" y="-460"/>
                  <a:pt x="17713" y="716"/>
                </a:cubicBezTo>
                <a:close/>
              </a:path>
            </a:pathLst>
          </a:custGeom>
          <a:solidFill>
            <a:srgbClr val="ECEDEE"/>
          </a:solidFill>
          <a:ln w="3023" cap="flat">
            <a:noFill/>
            <a:prstDash val="solid"/>
            <a:miter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425345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3000">
        <p159:morph option="byObject"/>
      </p:transition>
    </mc:Choice>
    <mc:Fallback>
      <p:transition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Caroline Hornhuber</dc:creator>
  <cp:lastModifiedBy>Caroline Hornhuber</cp:lastModifiedBy>
  <cp:revision>6</cp:revision>
  <dcterms:created xsi:type="dcterms:W3CDTF">2026-01-11T10:38:18Z</dcterms:created>
  <dcterms:modified xsi:type="dcterms:W3CDTF">2026-01-11T14:40:36Z</dcterms:modified>
</cp:coreProperties>
</file>